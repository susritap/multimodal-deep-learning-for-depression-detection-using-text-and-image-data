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5" r:id="rId1"/>
  </p:sldMasterIdLst>
  <p:notesMasterIdLst>
    <p:notesMasterId r:id="rId23"/>
  </p:notesMasterIdLst>
  <p:sldIdLst>
    <p:sldId id="256" r:id="rId2"/>
    <p:sldId id="257" r:id="rId3"/>
    <p:sldId id="258" r:id="rId4"/>
    <p:sldId id="270" r:id="rId5"/>
    <p:sldId id="271" r:id="rId6"/>
    <p:sldId id="261" r:id="rId7"/>
    <p:sldId id="262" r:id="rId8"/>
    <p:sldId id="272" r:id="rId9"/>
    <p:sldId id="273" r:id="rId10"/>
    <p:sldId id="274" r:id="rId11"/>
    <p:sldId id="275" r:id="rId12"/>
    <p:sldId id="276" r:id="rId13"/>
    <p:sldId id="269" r:id="rId14"/>
    <p:sldId id="277" r:id="rId15"/>
    <p:sldId id="278" r:id="rId16"/>
    <p:sldId id="279" r:id="rId17"/>
    <p:sldId id="280" r:id="rId18"/>
    <p:sldId id="281" r:id="rId19"/>
    <p:sldId id="282" r:id="rId20"/>
    <p:sldId id="267" r:id="rId21"/>
    <p:sldId id="268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975349-3382-4DBC-AD0E-D1169B419C91}" v="223" dt="2026-04-12T13:14:40.4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srita Panda" userId="c6f3231e7eb97569" providerId="LiveId" clId="{BF648E9B-477D-42D6-B814-DEB95DBF407C}"/>
    <pc:docChg chg="undo custSel addSld delSld modSld">
      <pc:chgData name="Susrita Panda" userId="c6f3231e7eb97569" providerId="LiveId" clId="{BF648E9B-477D-42D6-B814-DEB95DBF407C}" dt="2026-04-12T13:42:05.487" v="5991" actId="20577"/>
      <pc:docMkLst>
        <pc:docMk/>
      </pc:docMkLst>
      <pc:sldChg chg="modSp new mod">
        <pc:chgData name="Susrita Panda" userId="c6f3231e7eb97569" providerId="LiveId" clId="{BF648E9B-477D-42D6-B814-DEB95DBF407C}" dt="2026-04-08T19:04:04" v="5521" actId="14100"/>
        <pc:sldMkLst>
          <pc:docMk/>
          <pc:sldMk cId="2885573457" sldId="256"/>
        </pc:sldMkLst>
        <pc:spChg chg="mod">
          <ac:chgData name="Susrita Panda" userId="c6f3231e7eb97569" providerId="LiveId" clId="{BF648E9B-477D-42D6-B814-DEB95DBF407C}" dt="2026-04-08T19:04:04" v="5521" actId="14100"/>
          <ac:spMkLst>
            <pc:docMk/>
            <pc:sldMk cId="2885573457" sldId="256"/>
            <ac:spMk id="2" creationId="{3C45B09D-A3B8-4AD2-B215-40C1C41B33E7}"/>
          </ac:spMkLst>
        </pc:spChg>
        <pc:spChg chg="mod">
          <ac:chgData name="Susrita Panda" userId="c6f3231e7eb97569" providerId="LiveId" clId="{BF648E9B-477D-42D6-B814-DEB95DBF407C}" dt="2026-04-08T19:03:51.276" v="5516" actId="14100"/>
          <ac:spMkLst>
            <pc:docMk/>
            <pc:sldMk cId="2885573457" sldId="256"/>
            <ac:spMk id="3" creationId="{714B7DD3-B7D1-8A7C-1342-D8D3A9A38826}"/>
          </ac:spMkLst>
        </pc:spChg>
      </pc:sldChg>
      <pc:sldChg chg="modSp new mod">
        <pc:chgData name="Susrita Panda" userId="c6f3231e7eb97569" providerId="LiveId" clId="{BF648E9B-477D-42D6-B814-DEB95DBF407C}" dt="2026-04-11T14:54:31.940" v="5827" actId="255"/>
        <pc:sldMkLst>
          <pc:docMk/>
          <pc:sldMk cId="3311206622" sldId="257"/>
        </pc:sldMkLst>
        <pc:spChg chg="mod">
          <ac:chgData name="Susrita Panda" userId="c6f3231e7eb97569" providerId="LiveId" clId="{BF648E9B-477D-42D6-B814-DEB95DBF407C}" dt="2026-04-11T14:54:31.940" v="5827" actId="255"/>
          <ac:spMkLst>
            <pc:docMk/>
            <pc:sldMk cId="3311206622" sldId="257"/>
            <ac:spMk id="2" creationId="{914D724B-A2D9-FE07-0BBD-13E793A1B248}"/>
          </ac:spMkLst>
        </pc:spChg>
        <pc:spChg chg="mod">
          <ac:chgData name="Susrita Panda" userId="c6f3231e7eb97569" providerId="LiveId" clId="{BF648E9B-477D-42D6-B814-DEB95DBF407C}" dt="2026-04-08T19:04:31.086" v="5527" actId="14100"/>
          <ac:spMkLst>
            <pc:docMk/>
            <pc:sldMk cId="3311206622" sldId="257"/>
            <ac:spMk id="3" creationId="{BC745DF5-1950-C831-F944-2E420B72E42B}"/>
          </ac:spMkLst>
        </pc:spChg>
      </pc:sldChg>
      <pc:sldChg chg="modSp new mod">
        <pc:chgData name="Susrita Panda" userId="c6f3231e7eb97569" providerId="LiveId" clId="{BF648E9B-477D-42D6-B814-DEB95DBF407C}" dt="2026-04-11T14:54:36.911" v="5828" actId="14100"/>
        <pc:sldMkLst>
          <pc:docMk/>
          <pc:sldMk cId="1899714003" sldId="258"/>
        </pc:sldMkLst>
        <pc:spChg chg="mod">
          <ac:chgData name="Susrita Panda" userId="c6f3231e7eb97569" providerId="LiveId" clId="{BF648E9B-477D-42D6-B814-DEB95DBF407C}" dt="2026-04-11T14:54:36.911" v="5828" actId="14100"/>
          <ac:spMkLst>
            <pc:docMk/>
            <pc:sldMk cId="1899714003" sldId="258"/>
            <ac:spMk id="2" creationId="{D236F9C7-EE28-375D-8CB3-F2988B83D601}"/>
          </ac:spMkLst>
        </pc:spChg>
        <pc:spChg chg="mod">
          <ac:chgData name="Susrita Panda" userId="c6f3231e7eb97569" providerId="LiveId" clId="{BF648E9B-477D-42D6-B814-DEB95DBF407C}" dt="2026-04-08T18:31:59.005" v="5336" actId="255"/>
          <ac:spMkLst>
            <pc:docMk/>
            <pc:sldMk cId="1899714003" sldId="258"/>
            <ac:spMk id="3" creationId="{ABFB9AB2-AA2B-2373-AB0D-7D23FCA7BB11}"/>
          </ac:spMkLst>
        </pc:spChg>
      </pc:sldChg>
      <pc:sldChg chg="modSp new mod">
        <pc:chgData name="Susrita Panda" userId="c6f3231e7eb97569" providerId="LiveId" clId="{BF648E9B-477D-42D6-B814-DEB95DBF407C}" dt="2026-04-11T14:49:15.363" v="5820" actId="255"/>
        <pc:sldMkLst>
          <pc:docMk/>
          <pc:sldMk cId="3565961124" sldId="261"/>
        </pc:sldMkLst>
        <pc:spChg chg="mod">
          <ac:chgData name="Susrita Panda" userId="c6f3231e7eb97569" providerId="LiveId" clId="{BF648E9B-477D-42D6-B814-DEB95DBF407C}" dt="2026-04-11T14:49:15.363" v="5820" actId="255"/>
          <ac:spMkLst>
            <pc:docMk/>
            <pc:sldMk cId="3565961124" sldId="261"/>
            <ac:spMk id="2" creationId="{7F3068DB-E39B-DCA3-DA13-52FC181D3C54}"/>
          </ac:spMkLst>
        </pc:spChg>
        <pc:spChg chg="mod">
          <ac:chgData name="Susrita Panda" userId="c6f3231e7eb97569" providerId="LiveId" clId="{BF648E9B-477D-42D6-B814-DEB95DBF407C}" dt="2026-04-08T18:52:56.578" v="5397" actId="14100"/>
          <ac:spMkLst>
            <pc:docMk/>
            <pc:sldMk cId="3565961124" sldId="261"/>
            <ac:spMk id="3" creationId="{AB3BCA3A-F355-4126-4B9D-BA1756D3AAA0}"/>
          </ac:spMkLst>
        </pc:spChg>
      </pc:sldChg>
      <pc:sldChg chg="modSp new mod">
        <pc:chgData name="Susrita Panda" userId="c6f3231e7eb97569" providerId="LiveId" clId="{BF648E9B-477D-42D6-B814-DEB95DBF407C}" dt="2026-04-11T14:54:56.226" v="5829" actId="14100"/>
        <pc:sldMkLst>
          <pc:docMk/>
          <pc:sldMk cId="681461289" sldId="262"/>
        </pc:sldMkLst>
        <pc:spChg chg="mod">
          <ac:chgData name="Susrita Panda" userId="c6f3231e7eb97569" providerId="LiveId" clId="{BF648E9B-477D-42D6-B814-DEB95DBF407C}" dt="2026-04-11T14:48:55.317" v="5816" actId="255"/>
          <ac:spMkLst>
            <pc:docMk/>
            <pc:sldMk cId="681461289" sldId="262"/>
            <ac:spMk id="2" creationId="{FA35CD0D-BADA-D7F7-8188-0B75314E6D78}"/>
          </ac:spMkLst>
        </pc:spChg>
        <pc:spChg chg="mod">
          <ac:chgData name="Susrita Panda" userId="c6f3231e7eb97569" providerId="LiveId" clId="{BF648E9B-477D-42D6-B814-DEB95DBF407C}" dt="2026-04-11T14:54:56.226" v="5829" actId="14100"/>
          <ac:spMkLst>
            <pc:docMk/>
            <pc:sldMk cId="681461289" sldId="262"/>
            <ac:spMk id="3" creationId="{E36995F5-5E03-77B9-025B-AF6B8AE758FA}"/>
          </ac:spMkLst>
        </pc:spChg>
      </pc:sldChg>
      <pc:sldChg chg="modSp new mod">
        <pc:chgData name="Susrita Panda" userId="c6f3231e7eb97569" providerId="LiveId" clId="{BF648E9B-477D-42D6-B814-DEB95DBF407C}" dt="2026-04-11T14:57:10.658" v="5849" actId="255"/>
        <pc:sldMkLst>
          <pc:docMk/>
          <pc:sldMk cId="3586788709" sldId="267"/>
        </pc:sldMkLst>
        <pc:spChg chg="mod">
          <ac:chgData name="Susrita Panda" userId="c6f3231e7eb97569" providerId="LiveId" clId="{BF648E9B-477D-42D6-B814-DEB95DBF407C}" dt="2026-04-11T14:57:10.658" v="5849" actId="255"/>
          <ac:spMkLst>
            <pc:docMk/>
            <pc:sldMk cId="3586788709" sldId="267"/>
            <ac:spMk id="2" creationId="{CA59C762-AFD7-9458-2690-1165C5F075E6}"/>
          </ac:spMkLst>
        </pc:spChg>
      </pc:sldChg>
      <pc:sldChg chg="modSp new mod">
        <pc:chgData name="Susrita Panda" userId="c6f3231e7eb97569" providerId="LiveId" clId="{BF648E9B-477D-42D6-B814-DEB95DBF407C}" dt="2026-04-08T19:18:48.115" v="5698" actId="14100"/>
        <pc:sldMkLst>
          <pc:docMk/>
          <pc:sldMk cId="2941121261" sldId="268"/>
        </pc:sldMkLst>
        <pc:spChg chg="mod">
          <ac:chgData name="Susrita Panda" userId="c6f3231e7eb97569" providerId="LiveId" clId="{BF648E9B-477D-42D6-B814-DEB95DBF407C}" dt="2026-04-08T19:18:48.115" v="5698" actId="14100"/>
          <ac:spMkLst>
            <pc:docMk/>
            <pc:sldMk cId="2941121261" sldId="268"/>
            <ac:spMk id="2" creationId="{0970694C-FFEC-9142-D4EB-39C7E7F00979}"/>
          </ac:spMkLst>
        </pc:spChg>
      </pc:sldChg>
      <pc:sldChg chg="modSp mod">
        <pc:chgData name="Susrita Panda" userId="c6f3231e7eb97569" providerId="LiveId" clId="{BF648E9B-477D-42D6-B814-DEB95DBF407C}" dt="2026-04-08T19:13:25.785" v="5637"/>
        <pc:sldMkLst>
          <pc:docMk/>
          <pc:sldMk cId="315876068" sldId="269"/>
        </pc:sldMkLst>
        <pc:spChg chg="mod">
          <ac:chgData name="Susrita Panda" userId="c6f3231e7eb97569" providerId="LiveId" clId="{BF648E9B-477D-42D6-B814-DEB95DBF407C}" dt="2026-04-08T19:13:10.446" v="5634" actId="14100"/>
          <ac:spMkLst>
            <pc:docMk/>
            <pc:sldMk cId="315876068" sldId="269"/>
            <ac:spMk id="2" creationId="{3E65C723-FB18-BDAD-6DF8-E85B101A1538}"/>
          </ac:spMkLst>
        </pc:spChg>
        <pc:graphicFrameChg chg="mod modGraphic">
          <ac:chgData name="Susrita Panda" userId="c6f3231e7eb97569" providerId="LiveId" clId="{BF648E9B-477D-42D6-B814-DEB95DBF407C}" dt="2026-04-08T19:13:25.785" v="5637"/>
          <ac:graphicFrameMkLst>
            <pc:docMk/>
            <pc:sldMk cId="315876068" sldId="269"/>
            <ac:graphicFrameMk id="4" creationId="{2F39F6D6-A649-26F3-A9A4-328057BB9803}"/>
          </ac:graphicFrameMkLst>
        </pc:graphicFrameChg>
      </pc:sldChg>
      <pc:sldChg chg="modSp mod">
        <pc:chgData name="Susrita Panda" userId="c6f3231e7eb97569" providerId="LiveId" clId="{BF648E9B-477D-42D6-B814-DEB95DBF407C}" dt="2026-04-08T19:05:22.057" v="5538"/>
        <pc:sldMkLst>
          <pc:docMk/>
          <pc:sldMk cId="997653564" sldId="270"/>
        </pc:sldMkLst>
        <pc:spChg chg="mod">
          <ac:chgData name="Susrita Panda" userId="c6f3231e7eb97569" providerId="LiveId" clId="{BF648E9B-477D-42D6-B814-DEB95DBF407C}" dt="2026-04-08T19:05:14.741" v="5537" actId="14100"/>
          <ac:spMkLst>
            <pc:docMk/>
            <pc:sldMk cId="997653564" sldId="270"/>
            <ac:spMk id="2" creationId="{3848D28F-B752-D079-9DFF-9C33910D9063}"/>
          </ac:spMkLst>
        </pc:spChg>
        <pc:graphicFrameChg chg="mod">
          <ac:chgData name="Susrita Panda" userId="c6f3231e7eb97569" providerId="LiveId" clId="{BF648E9B-477D-42D6-B814-DEB95DBF407C}" dt="2026-04-08T19:05:22.057" v="5538"/>
          <ac:graphicFrameMkLst>
            <pc:docMk/>
            <pc:sldMk cId="997653564" sldId="270"/>
            <ac:graphicFrameMk id="4" creationId="{DC440D59-2FF1-4E8D-C1D6-53989CDDC849}"/>
          </ac:graphicFrameMkLst>
        </pc:graphicFrameChg>
      </pc:sldChg>
      <pc:sldChg chg="modSp mod">
        <pc:chgData name="Susrita Panda" userId="c6f3231e7eb97569" providerId="LiveId" clId="{BF648E9B-477D-42D6-B814-DEB95DBF407C}" dt="2026-04-08T19:05:52.610" v="5547"/>
        <pc:sldMkLst>
          <pc:docMk/>
          <pc:sldMk cId="1282642502" sldId="271"/>
        </pc:sldMkLst>
        <pc:spChg chg="mod">
          <ac:chgData name="Susrita Panda" userId="c6f3231e7eb97569" providerId="LiveId" clId="{BF648E9B-477D-42D6-B814-DEB95DBF407C}" dt="2026-04-08T19:05:46.429" v="5546" actId="14100"/>
          <ac:spMkLst>
            <pc:docMk/>
            <pc:sldMk cId="1282642502" sldId="271"/>
            <ac:spMk id="2" creationId="{D4002E99-E8FD-55C9-3896-02B1C52579D8}"/>
          </ac:spMkLst>
        </pc:spChg>
        <pc:graphicFrameChg chg="mod">
          <ac:chgData name="Susrita Panda" userId="c6f3231e7eb97569" providerId="LiveId" clId="{BF648E9B-477D-42D6-B814-DEB95DBF407C}" dt="2026-04-08T19:05:52.610" v="5547"/>
          <ac:graphicFrameMkLst>
            <pc:docMk/>
            <pc:sldMk cId="1282642502" sldId="271"/>
            <ac:graphicFrameMk id="4" creationId="{1D09D0B1-4D92-0221-B5D2-92C1D8EC8414}"/>
          </ac:graphicFrameMkLst>
        </pc:graphicFrameChg>
      </pc:sldChg>
      <pc:sldChg chg="modSp add mod setBg">
        <pc:chgData name="Susrita Panda" userId="c6f3231e7eb97569" providerId="LiveId" clId="{BF648E9B-477D-42D6-B814-DEB95DBF407C}" dt="2026-04-08T19:31:44.256" v="5813" actId="14100"/>
        <pc:sldMkLst>
          <pc:docMk/>
          <pc:sldMk cId="0" sldId="272"/>
        </pc:sldMkLst>
        <pc:spChg chg="mod">
          <ac:chgData name="Susrita Panda" userId="c6f3231e7eb97569" providerId="LiveId" clId="{BF648E9B-477D-42D6-B814-DEB95DBF407C}" dt="2026-04-08T19:21:28.240" v="5704" actId="255"/>
          <ac:spMkLst>
            <pc:docMk/>
            <pc:sldMk cId="0" sldId="272"/>
            <ac:spMk id="2" creationId="{00000000-0000-0000-0000-000000000000}"/>
          </ac:spMkLst>
        </pc:spChg>
        <pc:spChg chg="mod">
          <ac:chgData name="Susrita Panda" userId="c6f3231e7eb97569" providerId="LiveId" clId="{BF648E9B-477D-42D6-B814-DEB95DBF407C}" dt="2026-04-08T19:21:47.573" v="5706" actId="255"/>
          <ac:spMkLst>
            <pc:docMk/>
            <pc:sldMk cId="0" sldId="272"/>
            <ac:spMk id="5" creationId="{00000000-0000-0000-0000-000000000000}"/>
          </ac:spMkLst>
        </pc:spChg>
        <pc:spChg chg="mod">
          <ac:chgData name="Susrita Panda" userId="c6f3231e7eb97569" providerId="LiveId" clId="{BF648E9B-477D-42D6-B814-DEB95DBF407C}" dt="2026-04-08T19:22:00.160" v="5708" actId="255"/>
          <ac:spMkLst>
            <pc:docMk/>
            <pc:sldMk cId="0" sldId="272"/>
            <ac:spMk id="7" creationId="{00000000-0000-0000-0000-000000000000}"/>
          </ac:spMkLst>
        </pc:spChg>
        <pc:spChg chg="mod">
          <ac:chgData name="Susrita Panda" userId="c6f3231e7eb97569" providerId="LiveId" clId="{BF648E9B-477D-42D6-B814-DEB95DBF407C}" dt="2026-04-08T19:30:08.244" v="5784" actId="207"/>
          <ac:spMkLst>
            <pc:docMk/>
            <pc:sldMk cId="0" sldId="272"/>
            <ac:spMk id="8" creationId="{00000000-0000-0000-0000-000000000000}"/>
          </ac:spMkLst>
        </pc:spChg>
        <pc:spChg chg="mod">
          <ac:chgData name="Susrita Panda" userId="c6f3231e7eb97569" providerId="LiveId" clId="{BF648E9B-477D-42D6-B814-DEB95DBF407C}" dt="2026-04-08T19:22:17.882" v="5710" actId="255"/>
          <ac:spMkLst>
            <pc:docMk/>
            <pc:sldMk cId="0" sldId="272"/>
            <ac:spMk id="14" creationId="{00000000-0000-0000-0000-000000000000}"/>
          </ac:spMkLst>
        </pc:spChg>
        <pc:spChg chg="mod">
          <ac:chgData name="Susrita Panda" userId="c6f3231e7eb97569" providerId="LiveId" clId="{BF648E9B-477D-42D6-B814-DEB95DBF407C}" dt="2026-04-08T19:22:24.922" v="5711" actId="2711"/>
          <ac:spMkLst>
            <pc:docMk/>
            <pc:sldMk cId="0" sldId="272"/>
            <ac:spMk id="15" creationId="{00000000-0000-0000-0000-000000000000}"/>
          </ac:spMkLst>
        </pc:spChg>
        <pc:spChg chg="mod">
          <ac:chgData name="Susrita Panda" userId="c6f3231e7eb97569" providerId="LiveId" clId="{BF648E9B-477D-42D6-B814-DEB95DBF407C}" dt="2026-04-08T19:22:49.503" v="5714" actId="14100"/>
          <ac:spMkLst>
            <pc:docMk/>
            <pc:sldMk cId="0" sldId="272"/>
            <ac:spMk id="17" creationId="{00000000-0000-0000-0000-000000000000}"/>
          </ac:spMkLst>
        </pc:spChg>
        <pc:spChg chg="mod">
          <ac:chgData name="Susrita Panda" userId="c6f3231e7eb97569" providerId="LiveId" clId="{BF648E9B-477D-42D6-B814-DEB95DBF407C}" dt="2026-04-08T19:22:59.272" v="5715" actId="255"/>
          <ac:spMkLst>
            <pc:docMk/>
            <pc:sldMk cId="0" sldId="272"/>
            <ac:spMk id="18" creationId="{00000000-0000-0000-0000-000000000000}"/>
          </ac:spMkLst>
        </pc:spChg>
        <pc:spChg chg="mod">
          <ac:chgData name="Susrita Panda" userId="c6f3231e7eb97569" providerId="LiveId" clId="{BF648E9B-477D-42D6-B814-DEB95DBF407C}" dt="2026-04-08T19:30:04.808" v="5783" actId="113"/>
          <ac:spMkLst>
            <pc:docMk/>
            <pc:sldMk cId="0" sldId="272"/>
            <ac:spMk id="19" creationId="{00000000-0000-0000-0000-000000000000}"/>
          </ac:spMkLst>
        </pc:spChg>
        <pc:spChg chg="mod">
          <ac:chgData name="Susrita Panda" userId="c6f3231e7eb97569" providerId="LiveId" clId="{BF648E9B-477D-42D6-B814-DEB95DBF407C}" dt="2026-04-08T19:23:12.051" v="5717" actId="255"/>
          <ac:spMkLst>
            <pc:docMk/>
            <pc:sldMk cId="0" sldId="272"/>
            <ac:spMk id="25" creationId="{00000000-0000-0000-0000-000000000000}"/>
          </ac:spMkLst>
        </pc:spChg>
        <pc:spChg chg="mod">
          <ac:chgData name="Susrita Panda" userId="c6f3231e7eb97569" providerId="LiveId" clId="{BF648E9B-477D-42D6-B814-DEB95DBF407C}" dt="2026-04-08T19:23:25.964" v="5719" actId="255"/>
          <ac:spMkLst>
            <pc:docMk/>
            <pc:sldMk cId="0" sldId="272"/>
            <ac:spMk id="26" creationId="{00000000-0000-0000-0000-000000000000}"/>
          </ac:spMkLst>
        </pc:spChg>
        <pc:spChg chg="mod">
          <ac:chgData name="Susrita Panda" userId="c6f3231e7eb97569" providerId="LiveId" clId="{BF648E9B-477D-42D6-B814-DEB95DBF407C}" dt="2026-04-08T19:23:36.716" v="5721" actId="2711"/>
          <ac:spMkLst>
            <pc:docMk/>
            <pc:sldMk cId="0" sldId="272"/>
            <ac:spMk id="28" creationId="{00000000-0000-0000-0000-000000000000}"/>
          </ac:spMkLst>
        </pc:spChg>
        <pc:spChg chg="mod">
          <ac:chgData name="Susrita Panda" userId="c6f3231e7eb97569" providerId="LiveId" clId="{BF648E9B-477D-42D6-B814-DEB95DBF407C}" dt="2026-04-08T19:23:48.207" v="5723" actId="255"/>
          <ac:spMkLst>
            <pc:docMk/>
            <pc:sldMk cId="0" sldId="272"/>
            <ac:spMk id="29" creationId="{00000000-0000-0000-0000-000000000000}"/>
          </ac:spMkLst>
        </pc:spChg>
        <pc:spChg chg="mod">
          <ac:chgData name="Susrita Panda" userId="c6f3231e7eb97569" providerId="LiveId" clId="{BF648E9B-477D-42D6-B814-DEB95DBF407C}" dt="2026-04-08T19:24:00.113" v="5727" actId="113"/>
          <ac:spMkLst>
            <pc:docMk/>
            <pc:sldMk cId="0" sldId="272"/>
            <ac:spMk id="31" creationId="{00000000-0000-0000-0000-000000000000}"/>
          </ac:spMkLst>
        </pc:spChg>
        <pc:spChg chg="mod">
          <ac:chgData name="Susrita Panda" userId="c6f3231e7eb97569" providerId="LiveId" clId="{BF648E9B-477D-42D6-B814-DEB95DBF407C}" dt="2026-04-08T19:24:08.733" v="5729" actId="255"/>
          <ac:spMkLst>
            <pc:docMk/>
            <pc:sldMk cId="0" sldId="272"/>
            <ac:spMk id="32" creationId="{00000000-0000-0000-0000-000000000000}"/>
          </ac:spMkLst>
        </pc:spChg>
        <pc:spChg chg="mod">
          <ac:chgData name="Susrita Panda" userId="c6f3231e7eb97569" providerId="LiveId" clId="{BF648E9B-477D-42D6-B814-DEB95DBF407C}" dt="2026-04-08T19:24:27.601" v="5734" actId="255"/>
          <ac:spMkLst>
            <pc:docMk/>
            <pc:sldMk cId="0" sldId="272"/>
            <ac:spMk id="34" creationId="{00000000-0000-0000-0000-000000000000}"/>
          </ac:spMkLst>
        </pc:spChg>
        <pc:spChg chg="mod">
          <ac:chgData name="Susrita Panda" userId="c6f3231e7eb97569" providerId="LiveId" clId="{BF648E9B-477D-42D6-B814-DEB95DBF407C}" dt="2026-04-08T19:24:32.869" v="5735" actId="2711"/>
          <ac:spMkLst>
            <pc:docMk/>
            <pc:sldMk cId="0" sldId="272"/>
            <ac:spMk id="35" creationId="{00000000-0000-0000-0000-000000000000}"/>
          </ac:spMkLst>
        </pc:spChg>
        <pc:spChg chg="mod">
          <ac:chgData name="Susrita Panda" userId="c6f3231e7eb97569" providerId="LiveId" clId="{BF648E9B-477D-42D6-B814-DEB95DBF407C}" dt="2026-04-08T19:29:55.116" v="5779" actId="207"/>
          <ac:spMkLst>
            <pc:docMk/>
            <pc:sldMk cId="0" sldId="272"/>
            <ac:spMk id="36" creationId="{00000000-0000-0000-0000-000000000000}"/>
          </ac:spMkLst>
        </pc:spChg>
        <pc:spChg chg="mod">
          <ac:chgData name="Susrita Panda" userId="c6f3231e7eb97569" providerId="LiveId" clId="{BF648E9B-477D-42D6-B814-DEB95DBF407C}" dt="2026-04-08T19:25:50.106" v="5737" actId="255"/>
          <ac:spMkLst>
            <pc:docMk/>
            <pc:sldMk cId="0" sldId="272"/>
            <ac:spMk id="43" creationId="{00000000-0000-0000-0000-000000000000}"/>
          </ac:spMkLst>
        </pc:spChg>
        <pc:spChg chg="mod">
          <ac:chgData name="Susrita Panda" userId="c6f3231e7eb97569" providerId="LiveId" clId="{BF648E9B-477D-42D6-B814-DEB95DBF407C}" dt="2026-04-08T19:26:05.771" v="5739" actId="255"/>
          <ac:spMkLst>
            <pc:docMk/>
            <pc:sldMk cId="0" sldId="272"/>
            <ac:spMk id="45" creationId="{00000000-0000-0000-0000-000000000000}"/>
          </ac:spMkLst>
        </pc:spChg>
        <pc:spChg chg="mod">
          <ac:chgData name="Susrita Panda" userId="c6f3231e7eb97569" providerId="LiveId" clId="{BF648E9B-477D-42D6-B814-DEB95DBF407C}" dt="2026-04-08T19:26:13.534" v="5740" actId="2711"/>
          <ac:spMkLst>
            <pc:docMk/>
            <pc:sldMk cId="0" sldId="272"/>
            <ac:spMk id="47" creationId="{00000000-0000-0000-0000-000000000000}"/>
          </ac:spMkLst>
        </pc:spChg>
        <pc:spChg chg="mod">
          <ac:chgData name="Susrita Panda" userId="c6f3231e7eb97569" providerId="LiveId" clId="{BF648E9B-477D-42D6-B814-DEB95DBF407C}" dt="2026-04-08T19:26:23.465" v="5742" actId="255"/>
          <ac:spMkLst>
            <pc:docMk/>
            <pc:sldMk cId="0" sldId="272"/>
            <ac:spMk id="49" creationId="{00000000-0000-0000-0000-000000000000}"/>
          </ac:spMkLst>
        </pc:spChg>
        <pc:spChg chg="mod">
          <ac:chgData name="Susrita Panda" userId="c6f3231e7eb97569" providerId="LiveId" clId="{BF648E9B-477D-42D6-B814-DEB95DBF407C}" dt="2026-04-08T19:26:36.783" v="5745" actId="255"/>
          <ac:spMkLst>
            <pc:docMk/>
            <pc:sldMk cId="0" sldId="272"/>
            <ac:spMk id="51" creationId="{00000000-0000-0000-0000-000000000000}"/>
          </ac:spMkLst>
        </pc:spChg>
        <pc:spChg chg="mod">
          <ac:chgData name="Susrita Panda" userId="c6f3231e7eb97569" providerId="LiveId" clId="{BF648E9B-477D-42D6-B814-DEB95DBF407C}" dt="2026-04-08T19:26:45.947" v="5747" actId="255"/>
          <ac:spMkLst>
            <pc:docMk/>
            <pc:sldMk cId="0" sldId="272"/>
            <ac:spMk id="53" creationId="{00000000-0000-0000-0000-000000000000}"/>
          </ac:spMkLst>
        </pc:spChg>
        <pc:spChg chg="mod">
          <ac:chgData name="Susrita Panda" userId="c6f3231e7eb97569" providerId="LiveId" clId="{BF648E9B-477D-42D6-B814-DEB95DBF407C}" dt="2026-04-08T19:26:54.431" v="5749" actId="255"/>
          <ac:spMkLst>
            <pc:docMk/>
            <pc:sldMk cId="0" sldId="272"/>
            <ac:spMk id="55" creationId="{00000000-0000-0000-0000-000000000000}"/>
          </ac:spMkLst>
        </pc:spChg>
        <pc:spChg chg="mod">
          <ac:chgData name="Susrita Panda" userId="c6f3231e7eb97569" providerId="LiveId" clId="{BF648E9B-477D-42D6-B814-DEB95DBF407C}" dt="2026-04-08T19:30:24.310" v="5789" actId="14100"/>
          <ac:spMkLst>
            <pc:docMk/>
            <pc:sldMk cId="0" sldId="272"/>
            <ac:spMk id="57" creationId="{00000000-0000-0000-0000-000000000000}"/>
          </ac:spMkLst>
        </pc:spChg>
        <pc:spChg chg="mod">
          <ac:chgData name="Susrita Panda" userId="c6f3231e7eb97569" providerId="LiveId" clId="{BF648E9B-477D-42D6-B814-DEB95DBF407C}" dt="2026-04-08T19:27:09.378" v="5750" actId="2711"/>
          <ac:spMkLst>
            <pc:docMk/>
            <pc:sldMk cId="0" sldId="272"/>
            <ac:spMk id="61" creationId="{00000000-0000-0000-0000-000000000000}"/>
          </ac:spMkLst>
        </pc:spChg>
        <pc:spChg chg="mod">
          <ac:chgData name="Susrita Panda" userId="c6f3231e7eb97569" providerId="LiveId" clId="{BF648E9B-477D-42D6-B814-DEB95DBF407C}" dt="2026-04-08T19:27:19.782" v="5752" actId="255"/>
          <ac:spMkLst>
            <pc:docMk/>
            <pc:sldMk cId="0" sldId="272"/>
            <ac:spMk id="62" creationId="{00000000-0000-0000-0000-000000000000}"/>
          </ac:spMkLst>
        </pc:spChg>
        <pc:spChg chg="mod">
          <ac:chgData name="Susrita Panda" userId="c6f3231e7eb97569" providerId="LiveId" clId="{BF648E9B-477D-42D6-B814-DEB95DBF407C}" dt="2026-04-08T19:27:34.860" v="5754" actId="255"/>
          <ac:spMkLst>
            <pc:docMk/>
            <pc:sldMk cId="0" sldId="272"/>
            <ac:spMk id="64" creationId="{00000000-0000-0000-0000-000000000000}"/>
          </ac:spMkLst>
        </pc:spChg>
        <pc:spChg chg="mod">
          <ac:chgData name="Susrita Panda" userId="c6f3231e7eb97569" providerId="LiveId" clId="{BF648E9B-477D-42D6-B814-DEB95DBF407C}" dt="2026-04-08T19:27:48.514" v="5756" actId="255"/>
          <ac:spMkLst>
            <pc:docMk/>
            <pc:sldMk cId="0" sldId="272"/>
            <ac:spMk id="65" creationId="{00000000-0000-0000-0000-000000000000}"/>
          </ac:spMkLst>
        </pc:spChg>
        <pc:spChg chg="mod">
          <ac:chgData name="Susrita Panda" userId="c6f3231e7eb97569" providerId="LiveId" clId="{BF648E9B-477D-42D6-B814-DEB95DBF407C}" dt="2026-04-08T19:30:42.360" v="5795" actId="14100"/>
          <ac:spMkLst>
            <pc:docMk/>
            <pc:sldMk cId="0" sldId="272"/>
            <ac:spMk id="66" creationId="{00000000-0000-0000-0000-000000000000}"/>
          </ac:spMkLst>
        </pc:spChg>
        <pc:spChg chg="mod">
          <ac:chgData name="Susrita Panda" userId="c6f3231e7eb97569" providerId="LiveId" clId="{BF648E9B-477D-42D6-B814-DEB95DBF407C}" dt="2026-04-08T19:27:54.240" v="5757" actId="2711"/>
          <ac:spMkLst>
            <pc:docMk/>
            <pc:sldMk cId="0" sldId="272"/>
            <ac:spMk id="70" creationId="{00000000-0000-0000-0000-000000000000}"/>
          </ac:spMkLst>
        </pc:spChg>
        <pc:spChg chg="mod">
          <ac:chgData name="Susrita Panda" userId="c6f3231e7eb97569" providerId="LiveId" clId="{BF648E9B-477D-42D6-B814-DEB95DBF407C}" dt="2026-04-08T19:28:02.016" v="5758" actId="2711"/>
          <ac:spMkLst>
            <pc:docMk/>
            <pc:sldMk cId="0" sldId="272"/>
            <ac:spMk id="71" creationId="{00000000-0000-0000-0000-000000000000}"/>
          </ac:spMkLst>
        </pc:spChg>
        <pc:spChg chg="mod">
          <ac:chgData name="Susrita Panda" userId="c6f3231e7eb97569" providerId="LiveId" clId="{BF648E9B-477D-42D6-B814-DEB95DBF407C}" dt="2026-04-08T19:31:05.334" v="5801" actId="14100"/>
          <ac:spMkLst>
            <pc:docMk/>
            <pc:sldMk cId="0" sldId="272"/>
            <ac:spMk id="72" creationId="{00000000-0000-0000-0000-000000000000}"/>
          </ac:spMkLst>
        </pc:spChg>
        <pc:spChg chg="mod">
          <ac:chgData name="Susrita Panda" userId="c6f3231e7eb97569" providerId="LiveId" clId="{BF648E9B-477D-42D6-B814-DEB95DBF407C}" dt="2026-04-08T19:28:14.871" v="5760" actId="255"/>
          <ac:spMkLst>
            <pc:docMk/>
            <pc:sldMk cId="0" sldId="272"/>
            <ac:spMk id="76" creationId="{00000000-0000-0000-0000-000000000000}"/>
          </ac:spMkLst>
        </pc:spChg>
        <pc:spChg chg="mod">
          <ac:chgData name="Susrita Panda" userId="c6f3231e7eb97569" providerId="LiveId" clId="{BF648E9B-477D-42D6-B814-DEB95DBF407C}" dt="2026-04-08T19:28:21.242" v="5761" actId="2711"/>
          <ac:spMkLst>
            <pc:docMk/>
            <pc:sldMk cId="0" sldId="272"/>
            <ac:spMk id="78" creationId="{00000000-0000-0000-0000-000000000000}"/>
          </ac:spMkLst>
        </pc:spChg>
        <pc:spChg chg="mod">
          <ac:chgData name="Susrita Panda" userId="c6f3231e7eb97569" providerId="LiveId" clId="{BF648E9B-477D-42D6-B814-DEB95DBF407C}" dt="2026-04-08T19:28:28.147" v="5762" actId="2711"/>
          <ac:spMkLst>
            <pc:docMk/>
            <pc:sldMk cId="0" sldId="272"/>
            <ac:spMk id="80" creationId="{00000000-0000-0000-0000-000000000000}"/>
          </ac:spMkLst>
        </pc:spChg>
        <pc:spChg chg="mod">
          <ac:chgData name="Susrita Panda" userId="c6f3231e7eb97569" providerId="LiveId" clId="{BF648E9B-477D-42D6-B814-DEB95DBF407C}" dt="2026-04-08T19:28:33.504" v="5763" actId="2711"/>
          <ac:spMkLst>
            <pc:docMk/>
            <pc:sldMk cId="0" sldId="272"/>
            <ac:spMk id="82" creationId="{00000000-0000-0000-0000-000000000000}"/>
          </ac:spMkLst>
        </pc:spChg>
        <pc:spChg chg="mod">
          <ac:chgData name="Susrita Panda" userId="c6f3231e7eb97569" providerId="LiveId" clId="{BF648E9B-477D-42D6-B814-DEB95DBF407C}" dt="2026-04-08T19:28:39.816" v="5764" actId="2711"/>
          <ac:spMkLst>
            <pc:docMk/>
            <pc:sldMk cId="0" sldId="272"/>
            <ac:spMk id="84" creationId="{00000000-0000-0000-0000-000000000000}"/>
          </ac:spMkLst>
        </pc:spChg>
        <pc:spChg chg="mod">
          <ac:chgData name="Susrita Panda" userId="c6f3231e7eb97569" providerId="LiveId" clId="{BF648E9B-477D-42D6-B814-DEB95DBF407C}" dt="2026-04-08T19:31:26.506" v="5807" actId="113"/>
          <ac:spMkLst>
            <pc:docMk/>
            <pc:sldMk cId="0" sldId="272"/>
            <ac:spMk id="85" creationId="{00000000-0000-0000-0000-000000000000}"/>
          </ac:spMkLst>
        </pc:spChg>
        <pc:spChg chg="mod">
          <ac:chgData name="Susrita Panda" userId="c6f3231e7eb97569" providerId="LiveId" clId="{BF648E9B-477D-42D6-B814-DEB95DBF407C}" dt="2026-04-08T19:28:47.795" v="5765" actId="2711"/>
          <ac:spMkLst>
            <pc:docMk/>
            <pc:sldMk cId="0" sldId="272"/>
            <ac:spMk id="89" creationId="{00000000-0000-0000-0000-000000000000}"/>
          </ac:spMkLst>
        </pc:spChg>
        <pc:spChg chg="mod">
          <ac:chgData name="Susrita Panda" userId="c6f3231e7eb97569" providerId="LiveId" clId="{BF648E9B-477D-42D6-B814-DEB95DBF407C}" dt="2026-04-08T19:31:44.256" v="5813" actId="14100"/>
          <ac:spMkLst>
            <pc:docMk/>
            <pc:sldMk cId="0" sldId="272"/>
            <ac:spMk id="90" creationId="{00000000-0000-0000-0000-000000000000}"/>
          </ac:spMkLst>
        </pc:spChg>
      </pc:sldChg>
      <pc:sldChg chg="addSp delSp modSp new mod">
        <pc:chgData name="Susrita Panda" userId="c6f3231e7eb97569" providerId="LiveId" clId="{BF648E9B-477D-42D6-B814-DEB95DBF407C}" dt="2026-04-11T14:55:22.832" v="5835" actId="14100"/>
        <pc:sldMkLst>
          <pc:docMk/>
          <pc:sldMk cId="3876851366" sldId="273"/>
        </pc:sldMkLst>
        <pc:spChg chg="mod">
          <ac:chgData name="Susrita Panda" userId="c6f3231e7eb97569" providerId="LiveId" clId="{BF648E9B-477D-42D6-B814-DEB95DBF407C}" dt="2026-04-11T14:55:05.556" v="5831" actId="27636"/>
          <ac:spMkLst>
            <pc:docMk/>
            <pc:sldMk cId="3876851366" sldId="273"/>
            <ac:spMk id="2" creationId="{426BF772-958D-E812-6D50-DDA7FFBB0451}"/>
          </ac:spMkLst>
        </pc:spChg>
        <pc:graphicFrameChg chg="add mod ord modGraphic">
          <ac:chgData name="Susrita Panda" userId="c6f3231e7eb97569" providerId="LiveId" clId="{BF648E9B-477D-42D6-B814-DEB95DBF407C}" dt="2026-04-11T14:55:22.832" v="5835" actId="14100"/>
          <ac:graphicFrameMkLst>
            <pc:docMk/>
            <pc:sldMk cId="3876851366" sldId="273"/>
            <ac:graphicFrameMk id="7" creationId="{128256EC-F1E7-1A61-307E-4C3BA1082D56}"/>
          </ac:graphicFrameMkLst>
        </pc:graphicFrameChg>
      </pc:sldChg>
      <pc:sldChg chg="addSp delSp modSp new mod">
        <pc:chgData name="Susrita Panda" userId="c6f3231e7eb97569" providerId="LiveId" clId="{BF648E9B-477D-42D6-B814-DEB95DBF407C}" dt="2026-04-11T14:55:39.145" v="5837" actId="14100"/>
        <pc:sldMkLst>
          <pc:docMk/>
          <pc:sldMk cId="1937402295" sldId="274"/>
        </pc:sldMkLst>
        <pc:spChg chg="mod">
          <ac:chgData name="Susrita Panda" userId="c6f3231e7eb97569" providerId="LiveId" clId="{BF648E9B-477D-42D6-B814-DEB95DBF407C}" dt="2026-04-11T14:55:39.145" v="5837" actId="14100"/>
          <ac:spMkLst>
            <pc:docMk/>
            <pc:sldMk cId="1937402295" sldId="274"/>
            <ac:spMk id="2" creationId="{D81F9F36-51B7-9D83-EA66-E831F6630EA9}"/>
          </ac:spMkLst>
        </pc:spChg>
        <pc:graphicFrameChg chg="add mod ord modGraphic">
          <ac:chgData name="Susrita Panda" userId="c6f3231e7eb97569" providerId="LiveId" clId="{BF648E9B-477D-42D6-B814-DEB95DBF407C}" dt="2026-04-08T19:09:39.085" v="5567" actId="14100"/>
          <ac:graphicFrameMkLst>
            <pc:docMk/>
            <pc:sldMk cId="1937402295" sldId="274"/>
            <ac:graphicFrameMk id="4" creationId="{EF5720B3-3D84-9735-668B-47256EB94290}"/>
          </ac:graphicFrameMkLst>
        </pc:graphicFrameChg>
      </pc:sldChg>
      <pc:sldChg chg="addSp modSp new mod">
        <pc:chgData name="Susrita Panda" userId="c6f3231e7eb97569" providerId="LiveId" clId="{BF648E9B-477D-42D6-B814-DEB95DBF407C}" dt="2026-04-08T19:11:27.660" v="5609" actId="1440"/>
        <pc:sldMkLst>
          <pc:docMk/>
          <pc:sldMk cId="1580121382" sldId="275"/>
        </pc:sldMkLst>
        <pc:spChg chg="mod">
          <ac:chgData name="Susrita Panda" userId="c6f3231e7eb97569" providerId="LiveId" clId="{BF648E9B-477D-42D6-B814-DEB95DBF407C}" dt="2026-04-08T19:10:24.033" v="5576" actId="14100"/>
          <ac:spMkLst>
            <pc:docMk/>
            <pc:sldMk cId="1580121382" sldId="275"/>
            <ac:spMk id="2" creationId="{F854D5D9-C954-5362-297E-AABE1350B283}"/>
          </ac:spMkLst>
        </pc:spChg>
        <pc:spChg chg="mod">
          <ac:chgData name="Susrita Panda" userId="c6f3231e7eb97569" providerId="LiveId" clId="{BF648E9B-477D-42D6-B814-DEB95DBF407C}" dt="2026-04-08T19:10:29.660" v="5577" actId="113"/>
          <ac:spMkLst>
            <pc:docMk/>
            <pc:sldMk cId="1580121382" sldId="275"/>
            <ac:spMk id="3" creationId="{AB515EBC-2286-2E4E-D34F-7314F947FD4E}"/>
          </ac:spMkLst>
        </pc:spChg>
        <pc:spChg chg="mod">
          <ac:chgData name="Susrita Panda" userId="c6f3231e7eb97569" providerId="LiveId" clId="{BF648E9B-477D-42D6-B814-DEB95DBF407C}" dt="2026-04-08T06:54:22.397" v="3096" actId="14100"/>
          <ac:spMkLst>
            <pc:docMk/>
            <pc:sldMk cId="1580121382" sldId="275"/>
            <ac:spMk id="4" creationId="{85229DB7-B4D7-D8D4-4D0B-AA0B1304FB88}"/>
          </ac:spMkLst>
        </pc:spChg>
        <pc:spChg chg="mod">
          <ac:chgData name="Susrita Panda" userId="c6f3231e7eb97569" providerId="LiveId" clId="{BF648E9B-477D-42D6-B814-DEB95DBF407C}" dt="2026-04-08T19:10:34.509" v="5578" actId="113"/>
          <ac:spMkLst>
            <pc:docMk/>
            <pc:sldMk cId="1580121382" sldId="275"/>
            <ac:spMk id="5" creationId="{C5C1B6B1-DF5F-C11C-FFCE-346320548DB6}"/>
          </ac:spMkLst>
        </pc:spChg>
        <pc:spChg chg="mod">
          <ac:chgData name="Susrita Panda" userId="c6f3231e7eb97569" providerId="LiveId" clId="{BF648E9B-477D-42D6-B814-DEB95DBF407C}" dt="2026-04-08T19:11:07.577" v="5606" actId="20577"/>
          <ac:spMkLst>
            <pc:docMk/>
            <pc:sldMk cId="1580121382" sldId="275"/>
            <ac:spMk id="6" creationId="{21BDED76-2CE4-F071-A632-07B26EC807DE}"/>
          </ac:spMkLst>
        </pc:spChg>
        <pc:picChg chg="add mod">
          <ac:chgData name="Susrita Panda" userId="c6f3231e7eb97569" providerId="LiveId" clId="{BF648E9B-477D-42D6-B814-DEB95DBF407C}" dt="2026-04-08T19:11:17.554" v="5607" actId="1440"/>
          <ac:picMkLst>
            <pc:docMk/>
            <pc:sldMk cId="1580121382" sldId="275"/>
            <ac:picMk id="8" creationId="{63ED4D1F-872B-1729-EDD6-FD98BFDC0F02}"/>
          </ac:picMkLst>
        </pc:picChg>
        <pc:picChg chg="add mod">
          <ac:chgData name="Susrita Panda" userId="c6f3231e7eb97569" providerId="LiveId" clId="{BF648E9B-477D-42D6-B814-DEB95DBF407C}" dt="2026-04-08T19:11:24.261" v="5608" actId="1440"/>
          <ac:picMkLst>
            <pc:docMk/>
            <pc:sldMk cId="1580121382" sldId="275"/>
            <ac:picMk id="10" creationId="{D92B68EF-57AE-C956-21BE-C61BB1D5A717}"/>
          </ac:picMkLst>
        </pc:picChg>
        <pc:picChg chg="add mod">
          <ac:chgData name="Susrita Panda" userId="c6f3231e7eb97569" providerId="LiveId" clId="{BF648E9B-477D-42D6-B814-DEB95DBF407C}" dt="2026-04-08T19:11:27.660" v="5609" actId="1440"/>
          <ac:picMkLst>
            <pc:docMk/>
            <pc:sldMk cId="1580121382" sldId="275"/>
            <ac:picMk id="12" creationId="{1C9452A3-0F18-ECAB-F7EE-FA001E1D4506}"/>
          </ac:picMkLst>
        </pc:picChg>
      </pc:sldChg>
      <pc:sldChg chg="addSp delSp modSp new mod">
        <pc:chgData name="Susrita Panda" userId="c6f3231e7eb97569" providerId="LiveId" clId="{BF648E9B-477D-42D6-B814-DEB95DBF407C}" dt="2026-04-11T14:55:47.317" v="5838" actId="14100"/>
        <pc:sldMkLst>
          <pc:docMk/>
          <pc:sldMk cId="801271466" sldId="276"/>
        </pc:sldMkLst>
        <pc:spChg chg="mod">
          <ac:chgData name="Susrita Panda" userId="c6f3231e7eb97569" providerId="LiveId" clId="{BF648E9B-477D-42D6-B814-DEB95DBF407C}" dt="2026-04-11T14:55:47.317" v="5838" actId="14100"/>
          <ac:spMkLst>
            <pc:docMk/>
            <pc:sldMk cId="801271466" sldId="276"/>
            <ac:spMk id="2" creationId="{7A075D85-EB60-3B03-5A17-87B61D075103}"/>
          </ac:spMkLst>
        </pc:spChg>
        <pc:spChg chg="mod">
          <ac:chgData name="Susrita Panda" userId="c6f3231e7eb97569" providerId="LiveId" clId="{BF648E9B-477D-42D6-B814-DEB95DBF407C}" dt="2026-04-08T19:12:09.995" v="5621" actId="14100"/>
          <ac:spMkLst>
            <pc:docMk/>
            <pc:sldMk cId="801271466" sldId="276"/>
            <ac:spMk id="3" creationId="{9EA4E45B-B846-EFB8-6187-77DD4079DEBA}"/>
          </ac:spMkLst>
        </pc:spChg>
        <pc:spChg chg="mod">
          <ac:chgData name="Susrita Panda" userId="c6f3231e7eb97569" providerId="LiveId" clId="{BF648E9B-477D-42D6-B814-DEB95DBF407C}" dt="2026-04-08T19:02:11.813" v="5484" actId="27636"/>
          <ac:spMkLst>
            <pc:docMk/>
            <pc:sldMk cId="801271466" sldId="276"/>
            <ac:spMk id="4" creationId="{C97BF87D-2D2D-2D8B-C315-3F0A8EC94B36}"/>
          </ac:spMkLst>
        </pc:spChg>
        <pc:spChg chg="mod">
          <ac:chgData name="Susrita Panda" userId="c6f3231e7eb97569" providerId="LiveId" clId="{BF648E9B-477D-42D6-B814-DEB95DBF407C}" dt="2026-04-08T19:12:01.293" v="5619" actId="14100"/>
          <ac:spMkLst>
            <pc:docMk/>
            <pc:sldMk cId="801271466" sldId="276"/>
            <ac:spMk id="5" creationId="{2BD085B5-3F4D-8ECD-DEEE-8776B9EAE742}"/>
          </ac:spMkLst>
        </pc:spChg>
        <pc:spChg chg="mod">
          <ac:chgData name="Susrita Panda" userId="c6f3231e7eb97569" providerId="LiveId" clId="{BF648E9B-477D-42D6-B814-DEB95DBF407C}" dt="2026-04-08T19:02:11.814" v="5485" actId="27636"/>
          <ac:spMkLst>
            <pc:docMk/>
            <pc:sldMk cId="801271466" sldId="276"/>
            <ac:spMk id="6" creationId="{002DC1F8-5AA5-1C58-1C94-F9CCBD4F7E27}"/>
          </ac:spMkLst>
        </pc:spChg>
        <pc:picChg chg="add mod">
          <ac:chgData name="Susrita Panda" userId="c6f3231e7eb97569" providerId="LiveId" clId="{BF648E9B-477D-42D6-B814-DEB95DBF407C}" dt="2026-04-08T19:12:39.439" v="5624" actId="1440"/>
          <ac:picMkLst>
            <pc:docMk/>
            <pc:sldMk cId="801271466" sldId="276"/>
            <ac:picMk id="8" creationId="{DB58B20D-F7D8-C38A-8E59-A278A57CCE58}"/>
          </ac:picMkLst>
        </pc:picChg>
        <pc:picChg chg="add mod">
          <ac:chgData name="Susrita Panda" userId="c6f3231e7eb97569" providerId="LiveId" clId="{BF648E9B-477D-42D6-B814-DEB95DBF407C}" dt="2026-04-08T19:12:41.629" v="5625" actId="1440"/>
          <ac:picMkLst>
            <pc:docMk/>
            <pc:sldMk cId="801271466" sldId="276"/>
            <ac:picMk id="10" creationId="{E21E4697-3B30-B4FD-FB89-64AB6AC05CFD}"/>
          </ac:picMkLst>
        </pc:picChg>
        <pc:picChg chg="add mod">
          <ac:chgData name="Susrita Panda" userId="c6f3231e7eb97569" providerId="LiveId" clId="{BF648E9B-477D-42D6-B814-DEB95DBF407C}" dt="2026-04-08T19:12:46.777" v="5627" actId="1440"/>
          <ac:picMkLst>
            <pc:docMk/>
            <pc:sldMk cId="801271466" sldId="276"/>
            <ac:picMk id="12" creationId="{882685C7-11CF-EA39-52DD-C236565FCFE1}"/>
          </ac:picMkLst>
        </pc:picChg>
        <pc:picChg chg="add mod">
          <ac:chgData name="Susrita Panda" userId="c6f3231e7eb97569" providerId="LiveId" clId="{BF648E9B-477D-42D6-B814-DEB95DBF407C}" dt="2026-04-08T19:12:44.046" v="5626" actId="1440"/>
          <ac:picMkLst>
            <pc:docMk/>
            <pc:sldMk cId="801271466" sldId="276"/>
            <ac:picMk id="14" creationId="{CE8473A2-1E68-0DAA-E021-77A8635D5507}"/>
          </ac:picMkLst>
        </pc:picChg>
      </pc:sldChg>
      <pc:sldChg chg="addSp modSp new mod">
        <pc:chgData name="Susrita Panda" userId="c6f3231e7eb97569" providerId="LiveId" clId="{BF648E9B-477D-42D6-B814-DEB95DBF407C}" dt="2026-04-12T13:15:22.186" v="5971" actId="113"/>
        <pc:sldMkLst>
          <pc:docMk/>
          <pc:sldMk cId="1811118474" sldId="277"/>
        </pc:sldMkLst>
        <pc:spChg chg="mod">
          <ac:chgData name="Susrita Panda" userId="c6f3231e7eb97569" providerId="LiveId" clId="{BF648E9B-477D-42D6-B814-DEB95DBF407C}" dt="2026-04-08T19:13:47.321" v="5641" actId="14100"/>
          <ac:spMkLst>
            <pc:docMk/>
            <pc:sldMk cId="1811118474" sldId="277"/>
            <ac:spMk id="2" creationId="{853BE0C5-385C-0274-49D6-C0ED338CA28D}"/>
          </ac:spMkLst>
        </pc:spChg>
        <pc:spChg chg="mod">
          <ac:chgData name="Susrita Panda" userId="c6f3231e7eb97569" providerId="LiveId" clId="{BF648E9B-477D-42D6-B814-DEB95DBF407C}" dt="2026-04-08T19:13:56.774" v="5644" actId="113"/>
          <ac:spMkLst>
            <pc:docMk/>
            <pc:sldMk cId="1811118474" sldId="277"/>
            <ac:spMk id="3" creationId="{1CB6A2FB-CB51-B02B-FA7B-E81A3544B790}"/>
          </ac:spMkLst>
        </pc:spChg>
        <pc:spChg chg="mod">
          <ac:chgData name="Susrita Panda" userId="c6f3231e7eb97569" providerId="LiveId" clId="{BF648E9B-477D-42D6-B814-DEB95DBF407C}" dt="2026-04-12T13:14:40.533" v="5963" actId="27636"/>
          <ac:spMkLst>
            <pc:docMk/>
            <pc:sldMk cId="1811118474" sldId="277"/>
            <ac:spMk id="4" creationId="{EBF3B6F9-7F73-620F-40F9-4697D33BEA8E}"/>
          </ac:spMkLst>
        </pc:spChg>
        <pc:spChg chg="mod">
          <ac:chgData name="Susrita Panda" userId="c6f3231e7eb97569" providerId="LiveId" clId="{BF648E9B-477D-42D6-B814-DEB95DBF407C}" dt="2026-04-08T19:14:08.325" v="5647" actId="113"/>
          <ac:spMkLst>
            <pc:docMk/>
            <pc:sldMk cId="1811118474" sldId="277"/>
            <ac:spMk id="5" creationId="{BF8CC435-EAD7-8AC1-EB21-331D87CA5609}"/>
          </ac:spMkLst>
        </pc:spChg>
        <pc:spChg chg="mod">
          <ac:chgData name="Susrita Panda" userId="c6f3231e7eb97569" providerId="LiveId" clId="{BF648E9B-477D-42D6-B814-DEB95DBF407C}" dt="2026-04-12T13:15:22.186" v="5971" actId="113"/>
          <ac:spMkLst>
            <pc:docMk/>
            <pc:sldMk cId="1811118474" sldId="277"/>
            <ac:spMk id="6" creationId="{C4ADFD24-954E-DBFD-7877-CDA1A5E3AA1D}"/>
          </ac:spMkLst>
        </pc:spChg>
        <pc:graphicFrameChg chg="add mod modGraphic">
          <ac:chgData name="Susrita Panda" userId="c6f3231e7eb97569" providerId="LiveId" clId="{BF648E9B-477D-42D6-B814-DEB95DBF407C}" dt="2026-04-12T13:03:39.336" v="5850" actId="20577"/>
          <ac:graphicFrameMkLst>
            <pc:docMk/>
            <pc:sldMk cId="1811118474" sldId="277"/>
            <ac:graphicFrameMk id="7" creationId="{D883C41A-E84E-8B68-1168-AE6F661DE4D2}"/>
          </ac:graphicFrameMkLst>
        </pc:graphicFrameChg>
        <pc:graphicFrameChg chg="add mod modGraphic">
          <ac:chgData name="Susrita Panda" userId="c6f3231e7eb97569" providerId="LiveId" clId="{BF648E9B-477D-42D6-B814-DEB95DBF407C}" dt="2026-04-08T19:15:24.278" v="5671" actId="14100"/>
          <ac:graphicFrameMkLst>
            <pc:docMk/>
            <pc:sldMk cId="1811118474" sldId="277"/>
            <ac:graphicFrameMk id="8" creationId="{27BAB94E-6FB5-80EB-5D28-BDE6DCB81FCB}"/>
          </ac:graphicFrameMkLst>
        </pc:graphicFrameChg>
      </pc:sldChg>
      <pc:sldChg chg="addSp modSp new mod">
        <pc:chgData name="Susrita Panda" userId="c6f3231e7eb97569" providerId="LiveId" clId="{BF648E9B-477D-42D6-B814-DEB95DBF407C}" dt="2026-04-08T19:21:02.062" v="5702" actId="207"/>
        <pc:sldMkLst>
          <pc:docMk/>
          <pc:sldMk cId="1665366482" sldId="278"/>
        </pc:sldMkLst>
        <pc:spChg chg="mod">
          <ac:chgData name="Susrita Panda" userId="c6f3231e7eb97569" providerId="LiveId" clId="{BF648E9B-477D-42D6-B814-DEB95DBF407C}" dt="2026-04-08T19:15:36.814" v="5673" actId="27636"/>
          <ac:spMkLst>
            <pc:docMk/>
            <pc:sldMk cId="1665366482" sldId="278"/>
            <ac:spMk id="2" creationId="{E4F73C0F-C89B-C797-7BDB-2BFFC10F11B5}"/>
          </ac:spMkLst>
        </pc:spChg>
        <pc:spChg chg="mod">
          <ac:chgData name="Susrita Panda" userId="c6f3231e7eb97569" providerId="LiveId" clId="{BF648E9B-477D-42D6-B814-DEB95DBF407C}" dt="2026-04-08T19:21:02.062" v="5702" actId="207"/>
          <ac:spMkLst>
            <pc:docMk/>
            <pc:sldMk cId="1665366482" sldId="278"/>
            <ac:spMk id="3" creationId="{F2E588DC-1565-CB3A-955B-5D03C0FBCB20}"/>
          </ac:spMkLst>
        </pc:spChg>
        <pc:spChg chg="mod">
          <ac:chgData name="Susrita Panda" userId="c6f3231e7eb97569" providerId="LiveId" clId="{BF648E9B-477D-42D6-B814-DEB95DBF407C}" dt="2026-04-08T19:02:31.875" v="5499" actId="27636"/>
          <ac:spMkLst>
            <pc:docMk/>
            <pc:sldMk cId="1665366482" sldId="278"/>
            <ac:spMk id="4" creationId="{740AAA8D-EEBA-3B18-2950-B133EEB6F237}"/>
          </ac:spMkLst>
        </pc:spChg>
        <pc:spChg chg="mod">
          <ac:chgData name="Susrita Panda" userId="c6f3231e7eb97569" providerId="LiveId" clId="{BF648E9B-477D-42D6-B814-DEB95DBF407C}" dt="2026-04-08T19:15:45.961" v="5675" actId="113"/>
          <ac:spMkLst>
            <pc:docMk/>
            <pc:sldMk cId="1665366482" sldId="278"/>
            <ac:spMk id="5" creationId="{AA050927-E88C-8033-B9C8-59D803EE99B2}"/>
          </ac:spMkLst>
        </pc:spChg>
        <pc:spChg chg="mod">
          <ac:chgData name="Susrita Panda" userId="c6f3231e7eb97569" providerId="LiveId" clId="{BF648E9B-477D-42D6-B814-DEB95DBF407C}" dt="2026-04-08T19:02:31.869" v="5498" actId="27636"/>
          <ac:spMkLst>
            <pc:docMk/>
            <pc:sldMk cId="1665366482" sldId="278"/>
            <ac:spMk id="6" creationId="{D6DD7875-4A61-B21D-0538-B989D0B75796}"/>
          </ac:spMkLst>
        </pc:spChg>
        <pc:graphicFrameChg chg="add mod modGraphic">
          <ac:chgData name="Susrita Panda" userId="c6f3231e7eb97569" providerId="LiveId" clId="{BF648E9B-477D-42D6-B814-DEB95DBF407C}" dt="2026-04-08T19:16:33.074" v="5676"/>
          <ac:graphicFrameMkLst>
            <pc:docMk/>
            <pc:sldMk cId="1665366482" sldId="278"/>
            <ac:graphicFrameMk id="7" creationId="{E2D30072-14A8-1D20-14C4-5A130D166703}"/>
          </ac:graphicFrameMkLst>
        </pc:graphicFrameChg>
        <pc:graphicFrameChg chg="add mod modGraphic">
          <ac:chgData name="Susrita Panda" userId="c6f3231e7eb97569" providerId="LiveId" clId="{BF648E9B-477D-42D6-B814-DEB95DBF407C}" dt="2026-04-08T19:16:40.438" v="5677"/>
          <ac:graphicFrameMkLst>
            <pc:docMk/>
            <pc:sldMk cId="1665366482" sldId="278"/>
            <ac:graphicFrameMk id="8" creationId="{7FA79495-DED0-50D5-6E81-8C24FE3F096A}"/>
          </ac:graphicFrameMkLst>
        </pc:graphicFrameChg>
      </pc:sldChg>
      <pc:sldChg chg="addSp delSp modSp new mod">
        <pc:chgData name="Susrita Panda" userId="c6f3231e7eb97569" providerId="LiveId" clId="{BF648E9B-477D-42D6-B814-DEB95DBF407C}" dt="2026-04-11T14:56:10.471" v="5841" actId="255"/>
        <pc:sldMkLst>
          <pc:docMk/>
          <pc:sldMk cId="2979311688" sldId="279"/>
        </pc:sldMkLst>
        <pc:spChg chg="mod">
          <ac:chgData name="Susrita Panda" userId="c6f3231e7eb97569" providerId="LiveId" clId="{BF648E9B-477D-42D6-B814-DEB95DBF407C}" dt="2026-04-11T14:56:10.471" v="5841" actId="255"/>
          <ac:spMkLst>
            <pc:docMk/>
            <pc:sldMk cId="2979311688" sldId="279"/>
            <ac:spMk id="2" creationId="{916FC4FF-AEB7-F10F-5457-185132645DA5}"/>
          </ac:spMkLst>
        </pc:spChg>
        <pc:graphicFrameChg chg="add mod ord modGraphic">
          <ac:chgData name="Susrita Panda" userId="c6f3231e7eb97569" providerId="LiveId" clId="{BF648E9B-477D-42D6-B814-DEB95DBF407C}" dt="2026-04-08T19:17:06.284" v="5680"/>
          <ac:graphicFrameMkLst>
            <pc:docMk/>
            <pc:sldMk cId="2979311688" sldId="279"/>
            <ac:graphicFrameMk id="4" creationId="{7EA6FE58-FCD6-D8D3-7737-A2C9A01A9180}"/>
          </ac:graphicFrameMkLst>
        </pc:graphicFrameChg>
      </pc:sldChg>
      <pc:sldChg chg="addSp modSp new mod">
        <pc:chgData name="Susrita Panda" userId="c6f3231e7eb97569" providerId="LiveId" clId="{BF648E9B-477D-42D6-B814-DEB95DBF407C}" dt="2026-04-12T13:40:46.745" v="5984" actId="113"/>
        <pc:sldMkLst>
          <pc:docMk/>
          <pc:sldMk cId="3455869386" sldId="280"/>
        </pc:sldMkLst>
        <pc:spChg chg="mod">
          <ac:chgData name="Susrita Panda" userId="c6f3231e7eb97569" providerId="LiveId" clId="{BF648E9B-477D-42D6-B814-DEB95DBF407C}" dt="2026-04-11T14:56:25.766" v="5845" actId="255"/>
          <ac:spMkLst>
            <pc:docMk/>
            <pc:sldMk cId="3455869386" sldId="280"/>
            <ac:spMk id="2" creationId="{7F2A3E08-C184-FED9-4293-CEF2466531F1}"/>
          </ac:spMkLst>
        </pc:spChg>
        <pc:spChg chg="mod">
          <ac:chgData name="Susrita Panda" userId="c6f3231e7eb97569" providerId="LiveId" clId="{BF648E9B-477D-42D6-B814-DEB95DBF407C}" dt="2026-04-12T13:40:46.745" v="5984" actId="113"/>
          <ac:spMkLst>
            <pc:docMk/>
            <pc:sldMk cId="3455869386" sldId="280"/>
            <ac:spMk id="3" creationId="{75FFA0DD-3707-9792-4C3A-BCC55A2238C0}"/>
          </ac:spMkLst>
        </pc:spChg>
        <pc:picChg chg="add mod">
          <ac:chgData name="Susrita Panda" userId="c6f3231e7eb97569" providerId="LiveId" clId="{BF648E9B-477D-42D6-B814-DEB95DBF407C}" dt="2026-04-08T19:17:16.468" v="5681" actId="1440"/>
          <ac:picMkLst>
            <pc:docMk/>
            <pc:sldMk cId="3455869386" sldId="280"/>
            <ac:picMk id="5" creationId="{594BC9E4-20D1-1ED4-8D41-F36F543D403E}"/>
          </ac:picMkLst>
        </pc:picChg>
        <pc:picChg chg="add mod">
          <ac:chgData name="Susrita Panda" userId="c6f3231e7eb97569" providerId="LiveId" clId="{BF648E9B-477D-42D6-B814-DEB95DBF407C}" dt="2026-04-08T19:17:18.707" v="5682" actId="1440"/>
          <ac:picMkLst>
            <pc:docMk/>
            <pc:sldMk cId="3455869386" sldId="280"/>
            <ac:picMk id="7" creationId="{860D3CAB-D4FA-27EA-274D-4DCF9715D7D2}"/>
          </ac:picMkLst>
        </pc:picChg>
        <pc:picChg chg="add mod">
          <ac:chgData name="Susrita Panda" userId="c6f3231e7eb97569" providerId="LiveId" clId="{BF648E9B-477D-42D6-B814-DEB95DBF407C}" dt="2026-04-08T19:17:20.911" v="5683" actId="1440"/>
          <ac:picMkLst>
            <pc:docMk/>
            <pc:sldMk cId="3455869386" sldId="280"/>
            <ac:picMk id="9" creationId="{8A050783-451B-BFDC-4BAE-05E31763BEC3}"/>
          </ac:picMkLst>
        </pc:picChg>
      </pc:sldChg>
      <pc:sldChg chg="addSp delSp modSp new mod">
        <pc:chgData name="Susrita Panda" userId="c6f3231e7eb97569" providerId="LiveId" clId="{BF648E9B-477D-42D6-B814-DEB95DBF407C}" dt="2026-04-11T14:56:35.641" v="5846" actId="14100"/>
        <pc:sldMkLst>
          <pc:docMk/>
          <pc:sldMk cId="2441857821" sldId="281"/>
        </pc:sldMkLst>
        <pc:spChg chg="mod">
          <ac:chgData name="Susrita Panda" userId="c6f3231e7eb97569" providerId="LiveId" clId="{BF648E9B-477D-42D6-B814-DEB95DBF407C}" dt="2026-04-11T14:56:35.641" v="5846" actId="14100"/>
          <ac:spMkLst>
            <pc:docMk/>
            <pc:sldMk cId="2441857821" sldId="281"/>
            <ac:spMk id="2" creationId="{9A92DCA0-EB2B-2EA6-89F9-F35914FFF598}"/>
          </ac:spMkLst>
        </pc:spChg>
        <pc:graphicFrameChg chg="add mod ord modGraphic">
          <ac:chgData name="Susrita Panda" userId="c6f3231e7eb97569" providerId="LiveId" clId="{BF648E9B-477D-42D6-B814-DEB95DBF407C}" dt="2026-04-08T19:17:59.224" v="5688" actId="14100"/>
          <ac:graphicFrameMkLst>
            <pc:docMk/>
            <pc:sldMk cId="2441857821" sldId="281"/>
            <ac:graphicFrameMk id="4" creationId="{30E5E65A-50EA-5479-6A49-E8960B30DE29}"/>
          </ac:graphicFrameMkLst>
        </pc:graphicFrameChg>
      </pc:sldChg>
      <pc:sldChg chg="modSp new mod">
        <pc:chgData name="Susrita Panda" userId="c6f3231e7eb97569" providerId="LiveId" clId="{BF648E9B-477D-42D6-B814-DEB95DBF407C}" dt="2026-04-12T13:42:05.487" v="5991" actId="20577"/>
        <pc:sldMkLst>
          <pc:docMk/>
          <pc:sldMk cId="495348937" sldId="282"/>
        </pc:sldMkLst>
        <pc:spChg chg="mod">
          <ac:chgData name="Susrita Panda" userId="c6f3231e7eb97569" providerId="LiveId" clId="{BF648E9B-477D-42D6-B814-DEB95DBF407C}" dt="2026-04-11T14:56:53.583" v="5847" actId="14100"/>
          <ac:spMkLst>
            <pc:docMk/>
            <pc:sldMk cId="495348937" sldId="282"/>
            <ac:spMk id="2" creationId="{A7C35A38-8A9B-AF92-6623-153CCD4C9361}"/>
          </ac:spMkLst>
        </pc:spChg>
        <pc:spChg chg="mod">
          <ac:chgData name="Susrita Panda" userId="c6f3231e7eb97569" providerId="LiveId" clId="{BF648E9B-477D-42D6-B814-DEB95DBF407C}" dt="2026-04-12T13:42:05.487" v="5991" actId="20577"/>
          <ac:spMkLst>
            <pc:docMk/>
            <pc:sldMk cId="495348937" sldId="282"/>
            <ac:spMk id="3" creationId="{34546413-EF62-48A3-E836-253C6D03365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B8F1B3-899E-4598-A95F-F678113C0FE8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44C1DA-B3E0-4268-97FE-597736200A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15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4F334-B33B-4DB7-91DD-828E32ED5A48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87BC1-8A14-4C39-86D1-058FD12571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25335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4F334-B33B-4DB7-91DD-828E32ED5A48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87BC1-8A14-4C39-86D1-058FD12571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967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4F334-B33B-4DB7-91DD-828E32ED5A48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87BC1-8A14-4C39-86D1-058FD12571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98442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4F334-B33B-4DB7-91DD-828E32ED5A48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87BC1-8A14-4C39-86D1-058FD12571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1576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4F334-B33B-4DB7-91DD-828E32ED5A48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87BC1-8A14-4C39-86D1-058FD12571F2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905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4F334-B33B-4DB7-91DD-828E32ED5A48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87BC1-8A14-4C39-86D1-058FD12571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9082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4F334-B33B-4DB7-91DD-828E32ED5A48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87BC1-8A14-4C39-86D1-058FD12571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8319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4F334-B33B-4DB7-91DD-828E32ED5A48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87BC1-8A14-4C39-86D1-058FD12571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5296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7DE4F334-B33B-4DB7-91DD-828E32ED5A48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87BC1-8A14-4C39-86D1-058FD12571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6233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4F334-B33B-4DB7-91DD-828E32ED5A48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87BC1-8A14-4C39-86D1-058FD12571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369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4F334-B33B-4DB7-91DD-828E32ED5A48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87BC1-8A14-4C39-86D1-058FD12571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2574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78505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4F334-B33B-4DB7-91DD-828E32ED5A48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87BC1-8A14-4C39-86D1-058FD12571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3088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7DE4F334-B33B-4DB7-91DD-828E32ED5A48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0C87BC1-8A14-4C39-86D1-058FD12571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3502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  <p:sldLayoutId id="2147483857" r:id="rId2"/>
    <p:sldLayoutId id="2147483858" r:id="rId3"/>
    <p:sldLayoutId id="2147483859" r:id="rId4"/>
    <p:sldLayoutId id="2147483860" r:id="rId5"/>
    <p:sldLayoutId id="2147483861" r:id="rId6"/>
    <p:sldLayoutId id="2147483862" r:id="rId7"/>
    <p:sldLayoutId id="2147483863" r:id="rId8"/>
    <p:sldLayoutId id="2147483864" r:id="rId9"/>
    <p:sldLayoutId id="2147483865" r:id="rId10"/>
    <p:sldLayoutId id="2147483866" r:id="rId11"/>
    <p:sldLayoutId id="2147483867" r:id="rId12"/>
    <p:sldLayoutId id="2147483868" r:id="rId13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5B09D-A3B8-4AD2-B215-40C1C41B33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6245" y="644014"/>
            <a:ext cx="10323871" cy="2885768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Deep Learning for Depression Detection Using Text and Image Data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4B7DD3-B7D1-8A7C-1342-D8D3A9A38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787" y="4286865"/>
            <a:ext cx="11257935" cy="1927122"/>
          </a:xfrm>
        </p:spPr>
        <p:txBody>
          <a:bodyPr numCol="2">
            <a:normAutofit/>
          </a:bodyPr>
          <a:lstStyle/>
          <a:p>
            <a:pPr algn="just"/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 SUSRITA PANDA</a:t>
            </a:r>
          </a:p>
          <a:p>
            <a:pPr algn="just"/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 NO: CB.AI.P2DSC25032</a:t>
            </a:r>
          </a:p>
          <a:p>
            <a:endParaRPr lang="en-IN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5573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D724B-A2D9-FE07-0BBD-13E793A1B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626" y="618517"/>
            <a:ext cx="10741115" cy="816993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45DF5-1950-C831-F944-2E420B72E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65541" cy="4667250"/>
          </a:xfrm>
        </p:spPr>
        <p:txBody>
          <a:bodyPr>
            <a:noAutofit/>
          </a:bodyPr>
          <a:lstStyle/>
          <a:p>
            <a:pPr marL="288000" algn="just">
              <a:spcAft>
                <a:spcPts val="600"/>
              </a:spcAft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Depression Is One Of The Most Common Mental Health Problems, And Early Detection Is Important For Proper Support And Treatment.</a:t>
            </a:r>
          </a:p>
          <a:p>
            <a:pPr algn="just">
              <a:spcAft>
                <a:spcPts val="12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often express their feelings online more freely than in real life, so social media can give honest emotional clues.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spcAft>
                <a:spcPts val="12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systems use only text or images, so they miss the full emotional meaning that comes from combining both.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 text and image data with advanced deep learning helps understand emotions better and detect depression more accurately.</a:t>
            </a:r>
          </a:p>
        </p:txBody>
      </p:sp>
    </p:spTree>
    <p:extLst>
      <p:ext uri="{BB962C8B-B14F-4D97-AF65-F5344CB8AC3E}">
        <p14:creationId xmlns:p14="http://schemas.microsoft.com/office/powerpoint/2010/main" val="3311206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6F9C7-EE28-375D-8CB3-F2988B83D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943" y="618518"/>
            <a:ext cx="11149780" cy="738334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B9AB2-AA2B-2373-AB0D-7D23FCA7BB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1" y="1877961"/>
            <a:ext cx="11464412" cy="4807974"/>
          </a:xfrm>
        </p:spPr>
        <p:txBody>
          <a:bodyPr>
            <a:noAutofit/>
          </a:bodyPr>
          <a:lstStyle/>
          <a:p>
            <a:pPr algn="just"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existing systems use text and image data for depression detection, but they fail to combine both effectively.</a:t>
            </a:r>
          </a:p>
          <a:p>
            <a:pPr algn="just"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many of these systems use weak fusion methods and simple text models, which do not capture the deep relationship between text and images.</a:t>
            </a:r>
          </a:p>
          <a:p>
            <a:pPr algn="just"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result, multimodal models often do not perform better than strong text-only models, limiting their effectiveness.</a:t>
            </a:r>
          </a:p>
          <a:p>
            <a:pPr algn="just"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improved multimodal system using advanced text models and effective fusion techniques for accurate depression detection.</a:t>
            </a: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9714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8D28F-B752-D079-9DFF-9C33910D9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458" y="167148"/>
            <a:ext cx="11425084" cy="816078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C440D59-2FF1-4E8D-C1D6-53989CDDC8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0672649"/>
              </p:ext>
            </p:extLst>
          </p:nvPr>
        </p:nvGraphicFramePr>
        <p:xfrm>
          <a:off x="383458" y="1337188"/>
          <a:ext cx="11516675" cy="5250425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273064">
                  <a:extLst>
                    <a:ext uri="{9D8B030D-6E8A-4147-A177-3AD203B41FA5}">
                      <a16:colId xmlns:a16="http://schemas.microsoft.com/office/drawing/2014/main" val="397638171"/>
                    </a:ext>
                  </a:extLst>
                </a:gridCol>
                <a:gridCol w="2424419">
                  <a:extLst>
                    <a:ext uri="{9D8B030D-6E8A-4147-A177-3AD203B41FA5}">
                      <a16:colId xmlns:a16="http://schemas.microsoft.com/office/drawing/2014/main" val="3720678401"/>
                    </a:ext>
                  </a:extLst>
                </a:gridCol>
                <a:gridCol w="2273064">
                  <a:extLst>
                    <a:ext uri="{9D8B030D-6E8A-4147-A177-3AD203B41FA5}">
                      <a16:colId xmlns:a16="http://schemas.microsoft.com/office/drawing/2014/main" val="4050973792"/>
                    </a:ext>
                  </a:extLst>
                </a:gridCol>
                <a:gridCol w="2273064">
                  <a:extLst>
                    <a:ext uri="{9D8B030D-6E8A-4147-A177-3AD203B41FA5}">
                      <a16:colId xmlns:a16="http://schemas.microsoft.com/office/drawing/2014/main" val="2400082631"/>
                    </a:ext>
                  </a:extLst>
                </a:gridCol>
                <a:gridCol w="2273064">
                  <a:extLst>
                    <a:ext uri="{9D8B030D-6E8A-4147-A177-3AD203B41FA5}">
                      <a16:colId xmlns:a16="http://schemas.microsoft.com/office/drawing/2014/main" val="3736893099"/>
                    </a:ext>
                  </a:extLst>
                </a:gridCol>
              </a:tblGrid>
              <a:tr h="66576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and Year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Relevance to my work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6182746"/>
                  </a:ext>
                </a:extLst>
              </a:tr>
              <a:tr h="18157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Computation (MDPI) – 2025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Multimodal depression detection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Multimodal data fusion using deep learning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Fusion techniques improve detection performance compared to single modality models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using </a:t>
                      </a:r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multimodal fusion methods</a:t>
                      </a: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such as attention and concatenation in our model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1548211"/>
                  </a:ext>
                </a:extLst>
              </a:tr>
              <a:tr h="12407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Nature – npj Mental Health Research, 2024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Depression detection using text and facial expressions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LLM-based text analysis with facial expression features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Combining textual and visual features improves depression prediction accuracy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Motivates combining </a:t>
                      </a:r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 data with visual information</a:t>
                      </a: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 our system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1584536"/>
                  </a:ext>
                </a:extLst>
              </a:tr>
              <a:tr h="15282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Sensors (MDPI) – 2024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Mental health assessment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 using audio, video, and text modalities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Multimodal sensing improves prediction accuracy compared to single-modality systems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Shows the importance of 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multimodal learning for mental health analysis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2041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7653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02E99-E8FD-55C9-3896-02B1C5257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768" y="383458"/>
            <a:ext cx="10982629" cy="963562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D09D0B1-4D92-0221-B5D2-92C1D8EC84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8868924"/>
              </p:ext>
            </p:extLst>
          </p:nvPr>
        </p:nvGraphicFramePr>
        <p:xfrm>
          <a:off x="599768" y="1995948"/>
          <a:ext cx="10982630" cy="4243535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196526">
                  <a:extLst>
                    <a:ext uri="{9D8B030D-6E8A-4147-A177-3AD203B41FA5}">
                      <a16:colId xmlns:a16="http://schemas.microsoft.com/office/drawing/2014/main" val="2491241861"/>
                    </a:ext>
                  </a:extLst>
                </a:gridCol>
                <a:gridCol w="2196526">
                  <a:extLst>
                    <a:ext uri="{9D8B030D-6E8A-4147-A177-3AD203B41FA5}">
                      <a16:colId xmlns:a16="http://schemas.microsoft.com/office/drawing/2014/main" val="1000490609"/>
                    </a:ext>
                  </a:extLst>
                </a:gridCol>
                <a:gridCol w="2196526">
                  <a:extLst>
                    <a:ext uri="{9D8B030D-6E8A-4147-A177-3AD203B41FA5}">
                      <a16:colId xmlns:a16="http://schemas.microsoft.com/office/drawing/2014/main" val="2802560067"/>
                    </a:ext>
                  </a:extLst>
                </a:gridCol>
                <a:gridCol w="2196526">
                  <a:extLst>
                    <a:ext uri="{9D8B030D-6E8A-4147-A177-3AD203B41FA5}">
                      <a16:colId xmlns:a16="http://schemas.microsoft.com/office/drawing/2014/main" val="1832192475"/>
                    </a:ext>
                  </a:extLst>
                </a:gridCol>
                <a:gridCol w="2196526">
                  <a:extLst>
                    <a:ext uri="{9D8B030D-6E8A-4147-A177-3AD203B41FA5}">
                      <a16:colId xmlns:a16="http://schemas.microsoft.com/office/drawing/2014/main" val="1635362187"/>
                    </a:ext>
                  </a:extLst>
                </a:gridCol>
              </a:tblGrid>
              <a:tr h="7021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and Year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115" marR="901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115" marR="901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115" marR="901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115" marR="901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Relevance to my work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115" marR="901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3419061"/>
                  </a:ext>
                </a:extLst>
              </a:tr>
              <a:tr h="16180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Electronics (MDPI), 2025</a:t>
                      </a:r>
                    </a:p>
                  </a:txBody>
                  <a:tcPr marL="90115" marR="901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Depression severity detection</a:t>
                      </a:r>
                    </a:p>
                  </a:txBody>
                  <a:tcPr marL="90115" marR="901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Multimodal AI model using audio and video signals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115" marR="901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Integrating speech and facial features improves depression severity prediction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115" marR="901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using 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 to combine multiple data sources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115" marR="901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7938172"/>
                  </a:ext>
                </a:extLst>
              </a:tr>
              <a:tr h="19233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Frontiers in Psychiatry, 2025</a:t>
                      </a:r>
                    </a:p>
                  </a:txBody>
                  <a:tcPr marL="90115" marR="901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Multimodal depression detection</a:t>
                      </a:r>
                    </a:p>
                  </a:txBody>
                  <a:tcPr marL="90115" marR="901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Integrative Multimodal Depression Detection Network (IMDD-Net)</a:t>
                      </a:r>
                    </a:p>
                  </a:txBody>
                  <a:tcPr marL="90115" marR="901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Combining video, audio, and text features captures emotional cues effectively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115" marR="901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our approach of 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integrating multiple modalities (text + image)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115" marR="901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6584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2642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068DB-E39B-DCA3-DA13-52FC181D3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781" y="265472"/>
            <a:ext cx="11159613" cy="806244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BCA3A-F355-4126-4B9D-BA1756D3A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781" y="1592826"/>
            <a:ext cx="11307096" cy="5161935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multimodal studies use basic text models and do not combine transformers with sequential models, for deep contextual understanding.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multimodal models use simple fusion methods like concatenation or addition, without capturing deeper relationships between text and images.</a:t>
            </a:r>
          </a:p>
          <a:p>
            <a:pPr algn="just"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works do not compare multiple transformer-based text models, making it unclear which one performs best for depression detection.</a:t>
            </a: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Aft>
                <a:spcPts val="1200"/>
              </a:spcAft>
              <a:buNone/>
            </a:pPr>
            <a:r>
              <a:rPr lang="en-US" b="1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 Addressed In This Work:</a:t>
            </a:r>
          </a:p>
          <a:p>
            <a:pPr algn="just"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work combines transformer models with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better capture emotional patterns from text.</a:t>
            </a:r>
          </a:p>
          <a:p>
            <a:pPr algn="just"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work systematically explores and compares six fusion strategies — Add,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Attention,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Concat+Attention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Bilinear, and Cross Residual Fusion — to identify the most effective combination for depression detection.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work compares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BERT,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same pipeline for fair evaluation.</a:t>
            </a:r>
            <a:endParaRPr lang="en-IN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5961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5CD0D-BADA-D7F7-8188-0B75314E6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71" y="186813"/>
            <a:ext cx="11110452" cy="894735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995F5-5E03-77B9-025B-AF6B8AE75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271" y="1602659"/>
            <a:ext cx="11110452" cy="4699818"/>
          </a:xfrm>
        </p:spPr>
        <p:txBody>
          <a:bodyPr>
            <a:no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and identify the specific weaknesses in existing text and image fusion approaches used for depression detection on social media data.</a:t>
            </a: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Extract Textual Features Using Bert, Roberta, And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Bigru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Extract Visual Features From Images Using Resnet18.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and systematically compare six different fusion techniques — Add,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Attention,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Concat+Attention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Bilinear, and Cross Residual Fusion — to identify the most effective strategy for combining text and image features.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complete deep learning system that combines preprocessing, feature extraction, fusion, and depression classification in one pipeline</a:t>
            </a:r>
          </a:p>
          <a:p>
            <a:pPr algn="just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The Performance Of Different Fusion Models Using </a:t>
            </a: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Accuracy, Precision, Recall, And F1-score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Select The Best Performing Model.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best combination of text , image model and fusion method together for accurate and reliable depression detection.</a:t>
            </a:r>
            <a:endParaRPr lang="en-IN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1461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61160" y="36576"/>
            <a:ext cx="8869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System Architecture: Multimodal Depression Detection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661160" y="320040"/>
            <a:ext cx="8869680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84220" y="402336"/>
            <a:ext cx="2560320" cy="420622"/>
          </a:xfrm>
          <a:prstGeom prst="roundRect">
            <a:avLst>
              <a:gd name="adj" fmla="val 9615"/>
            </a:avLst>
          </a:prstGeom>
          <a:solidFill>
            <a:srgbClr val="EBF3FB"/>
          </a:solidFill>
          <a:ln w="1524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84220" y="402336"/>
            <a:ext cx="2560320" cy="431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/>
            <a:r>
              <a:rPr lang="en-US" sz="11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Text Data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1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(Reddit Depression Dataset)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502285" y="402337"/>
            <a:ext cx="1872933" cy="403139"/>
          </a:xfrm>
          <a:prstGeom prst="roundRect">
            <a:avLst>
              <a:gd name="adj" fmla="val 9615"/>
            </a:avLst>
          </a:prstGeom>
          <a:solidFill>
            <a:srgbClr val="EBF3FB"/>
          </a:solidFill>
          <a:ln w="1524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02284" y="402337"/>
            <a:ext cx="1872938" cy="394625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/>
            <a:r>
              <a:rPr lang="en-US" sz="11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Image Data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1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(Roboflow: Facial Expression)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428709" y="402336"/>
            <a:ext cx="1695491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rPr lang="en-US" sz="1200" b="1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(a) Input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708868" y="969264"/>
            <a:ext cx="3745721" cy="576072"/>
          </a:xfrm>
          <a:prstGeom prst="roundRect">
            <a:avLst>
              <a:gd name="adj" fmla="val 6944"/>
            </a:avLst>
          </a:prstGeom>
          <a:solidFill>
            <a:srgbClr val="F4F4F4"/>
          </a:solidFill>
          <a:ln w="15240">
            <a:solidFill>
              <a:srgbClr val="5959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84220" y="969264"/>
            <a:ext cx="2560320" cy="182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/>
            <a:r>
              <a:rPr lang="en-US" sz="1000" b="1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Text Preprocessing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690579" y="1152145"/>
            <a:ext cx="3764004" cy="358767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/>
            <a:r>
              <a:rPr lang="en-US" sz="1000" dirty="0">
                <a:solidFill>
                  <a:srgbClr val="555555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Cleaning · Tokenization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000" dirty="0">
                <a:solidFill>
                  <a:srgbClr val="555555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Padding · Attention Mask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000" dirty="0">
                <a:solidFill>
                  <a:srgbClr val="555555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Train 70% / Val 15% / Test 15%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502290" y="969264"/>
            <a:ext cx="1872932" cy="658368"/>
          </a:xfrm>
          <a:prstGeom prst="roundRect">
            <a:avLst>
              <a:gd name="adj" fmla="val 6944"/>
            </a:avLst>
          </a:prstGeom>
          <a:solidFill>
            <a:srgbClr val="F4F4F4"/>
          </a:solidFill>
          <a:ln w="15240">
            <a:solidFill>
              <a:srgbClr val="59595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49961" y="1049315"/>
            <a:ext cx="1595710" cy="102829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/>
            <a:r>
              <a:rPr lang="en-US" sz="1000" b="1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Image Preprocessing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475982" y="1152144"/>
            <a:ext cx="189924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/>
            <a:r>
              <a:rPr lang="en-US" sz="1000" dirty="0">
                <a:solidFill>
                  <a:srgbClr val="555555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Resize 224×224 · Normalization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000" dirty="0">
                <a:solidFill>
                  <a:srgbClr val="555555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Augmentation (Flip / Rotation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000" dirty="0">
                <a:solidFill>
                  <a:srgbClr val="555555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/ Color Jitter) · Class Balancing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428709" y="969264"/>
            <a:ext cx="1245463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rPr lang="en-US" sz="1200" b="1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(b) Preprocessing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691250" y="1744354"/>
            <a:ext cx="1418978" cy="925694"/>
          </a:xfrm>
          <a:prstGeom prst="roundRect">
            <a:avLst>
              <a:gd name="adj" fmla="val 5597"/>
            </a:avLst>
          </a:prstGeom>
          <a:solidFill>
            <a:srgbClr val="F3EEFB"/>
          </a:solidFill>
          <a:ln w="15240">
            <a:solidFill>
              <a:srgbClr val="5A2D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19286" y="1728216"/>
            <a:ext cx="1203975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/>
            <a:r>
              <a:rPr lang="en-US" sz="1000" b="1" dirty="0" err="1">
                <a:solidFill>
                  <a:srgbClr val="5A2D8A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RoBERTa</a:t>
            </a:r>
            <a:r>
              <a:rPr lang="en-US" sz="1000" b="1" dirty="0">
                <a:solidFill>
                  <a:srgbClr val="5A2D8A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+ </a:t>
            </a:r>
            <a:r>
              <a:rPr lang="en-US" sz="1000" b="1" dirty="0" err="1">
                <a:solidFill>
                  <a:srgbClr val="5A2D8A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BiGRU</a:t>
            </a:r>
            <a:r>
              <a:rPr lang="en-US" sz="1000" b="1" dirty="0">
                <a:solidFill>
                  <a:srgbClr val="5A2D8A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+ Attention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690578" y="1998770"/>
            <a:ext cx="1332684" cy="627171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/>
            <a:r>
              <a:rPr lang="en-US" sz="1050" dirty="0">
                <a:solidFill>
                  <a:srgbClr val="555555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Embeddings (768-dim)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050" dirty="0">
                <a:solidFill>
                  <a:srgbClr val="555555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→ BiGRU → Dropout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050" dirty="0">
                <a:solidFill>
                  <a:srgbClr val="555555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→ FC Layer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155948" y="1744354"/>
            <a:ext cx="1481687" cy="934838"/>
          </a:xfrm>
          <a:prstGeom prst="roundRect">
            <a:avLst>
              <a:gd name="adj" fmla="val 5597"/>
            </a:avLst>
          </a:prstGeom>
          <a:solidFill>
            <a:srgbClr val="F3EEFB"/>
          </a:solidFill>
          <a:ln w="15240">
            <a:solidFill>
              <a:srgbClr val="5A2D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8154" y="1810512"/>
            <a:ext cx="1518808" cy="2286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/>
            <a:r>
              <a:rPr lang="en-US" sz="1000" b="1" dirty="0">
                <a:solidFill>
                  <a:srgbClr val="5A2D8A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BERT+ </a:t>
            </a:r>
            <a:r>
              <a:rPr lang="en-US" sz="1000" b="1" dirty="0" err="1">
                <a:solidFill>
                  <a:srgbClr val="5A2D8A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BiGRU</a:t>
            </a:r>
            <a:r>
              <a:rPr lang="en-US" sz="1000" b="1" dirty="0">
                <a:solidFill>
                  <a:srgbClr val="5A2D8A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+ Attention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155948" y="2029968"/>
            <a:ext cx="1481014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/>
            <a:r>
              <a:rPr lang="en-US" sz="1050" dirty="0">
                <a:solidFill>
                  <a:srgbClr val="555555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Embeddings (768-dim)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050" dirty="0">
                <a:solidFill>
                  <a:srgbClr val="555555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→ BiGRU → Attn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050" dirty="0">
                <a:solidFill>
                  <a:srgbClr val="555555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→ FC Layer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732527" y="1763985"/>
            <a:ext cx="1436885" cy="932778"/>
          </a:xfrm>
          <a:prstGeom prst="roundRect">
            <a:avLst>
              <a:gd name="adj" fmla="val 5597"/>
            </a:avLst>
          </a:prstGeom>
          <a:solidFill>
            <a:srgbClr val="F3EEFB"/>
          </a:solidFill>
          <a:ln w="15240">
            <a:solidFill>
              <a:srgbClr val="5A2D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55656" y="1728215"/>
            <a:ext cx="1347686" cy="365759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/>
            <a:r>
              <a:rPr lang="en-US" sz="1050" b="1" dirty="0" err="1">
                <a:solidFill>
                  <a:srgbClr val="5A2D8A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DistilBERT</a:t>
            </a:r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50" b="1" dirty="0">
                <a:solidFill>
                  <a:srgbClr val="5A2D8A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+ </a:t>
            </a:r>
            <a:r>
              <a:rPr lang="en-US" sz="1050" b="1" dirty="0" err="1">
                <a:solidFill>
                  <a:srgbClr val="5A2D8A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BiGRU</a:t>
            </a:r>
            <a:r>
              <a:rPr lang="en-US" sz="1050" b="1" dirty="0">
                <a:solidFill>
                  <a:srgbClr val="5A2D8A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+ Attention</a:t>
            </a:r>
            <a:endParaRPr lang="en-US" sz="1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797656" y="2029968"/>
            <a:ext cx="1371755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/>
            <a:r>
              <a:rPr lang="en-US" sz="1050" dirty="0">
                <a:solidFill>
                  <a:srgbClr val="555555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Embeddings (768-dim)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050" dirty="0">
                <a:solidFill>
                  <a:srgbClr val="555555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→ BiGRU → Dropout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050" dirty="0">
                <a:solidFill>
                  <a:srgbClr val="555555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→ FC Layer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475982" y="1820463"/>
            <a:ext cx="1947618" cy="876301"/>
          </a:xfrm>
          <a:prstGeom prst="roundRect">
            <a:avLst>
              <a:gd name="adj" fmla="val 4762"/>
            </a:avLst>
          </a:prstGeom>
          <a:solidFill>
            <a:srgbClr val="F3EEFB"/>
          </a:solidFill>
          <a:ln w="15240">
            <a:solidFill>
              <a:srgbClr val="5A2D8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4" name="Text 32"/>
          <p:cNvSpPr/>
          <p:nvPr/>
        </p:nvSpPr>
        <p:spPr>
          <a:xfrm>
            <a:off x="7976615" y="1847088"/>
            <a:ext cx="931165" cy="2248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/>
            <a:r>
              <a:rPr lang="en-US" sz="1200" b="1" dirty="0">
                <a:solidFill>
                  <a:srgbClr val="5A2D8A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ResNet18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522464" y="1984249"/>
            <a:ext cx="1901137" cy="703551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/>
            <a:r>
              <a:rPr lang="en-US" sz="1050" dirty="0">
                <a:solidFill>
                  <a:srgbClr val="555555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Pretrained CNN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050" dirty="0">
                <a:solidFill>
                  <a:srgbClr val="555555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18 layers-Feature Map (512-dim)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050" dirty="0">
                <a:solidFill>
                  <a:srgbClr val="555555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→ FC Layer 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449607" y="1719072"/>
            <a:ext cx="1674593" cy="9601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rPr lang="en-US" sz="1200" b="1" i="1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(c) Feature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 i="1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Extraction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564380" y="2834640"/>
            <a:ext cx="0" cy="36576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690578" y="2940603"/>
            <a:ext cx="6757048" cy="863301"/>
          </a:xfrm>
          <a:prstGeom prst="roundRect">
            <a:avLst>
              <a:gd name="adj" fmla="val 4902"/>
            </a:avLst>
          </a:prstGeom>
          <a:solidFill>
            <a:srgbClr val="FDFBE9"/>
          </a:solidFill>
          <a:ln w="15240">
            <a:solidFill>
              <a:srgbClr val="7E6A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84220" y="2992240"/>
            <a:ext cx="5623560" cy="19202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/>
            <a:r>
              <a:rPr lang="en-US" sz="1050" b="1" dirty="0">
                <a:solidFill>
                  <a:srgbClr val="7E6A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Fusion Module  (Text Feature 512-dim  ⊕  Image Feature 512-dim)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3320796" y="3218061"/>
            <a:ext cx="894588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AAAAA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88659" y="3293454"/>
            <a:ext cx="826725" cy="36414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/>
            <a:r>
              <a:rPr lang="en-US" sz="1200" dirty="0">
                <a:solidFill>
                  <a:srgbClr val="555555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Add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4251960" y="3215192"/>
            <a:ext cx="894588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AAAAA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70247" y="3264408"/>
            <a:ext cx="876301" cy="3931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/>
            <a:r>
              <a:rPr lang="en-US" sz="1000" dirty="0">
                <a:solidFill>
                  <a:srgbClr val="555555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Concat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5191999" y="3225681"/>
            <a:ext cx="894588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AAAAA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10824" y="3310128"/>
            <a:ext cx="866888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/>
            <a:r>
              <a:rPr lang="en-US" sz="1200" dirty="0">
                <a:solidFill>
                  <a:srgbClr val="555555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Attention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132576" y="3234645"/>
            <a:ext cx="894588" cy="530352"/>
          </a:xfrm>
          <a:prstGeom prst="rect">
            <a:avLst/>
          </a:prstGeom>
          <a:solidFill>
            <a:srgbClr val="FFF5CC"/>
          </a:solidFill>
          <a:ln w="15240">
            <a:solidFill>
              <a:srgbClr val="7E6A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72179" y="3282696"/>
            <a:ext cx="836697" cy="3749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/>
            <a:r>
              <a:rPr lang="en-US" sz="1100" b="1" dirty="0">
                <a:solidFill>
                  <a:srgbClr val="7E6A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Concat+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100" b="1" dirty="0">
                <a:solidFill>
                  <a:srgbClr val="7E6A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Attention ★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7082027" y="3225681"/>
            <a:ext cx="894588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AAAAA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03343" y="3346704"/>
            <a:ext cx="836697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/>
            <a:r>
              <a:rPr lang="en-US" sz="1200" dirty="0">
                <a:solidFill>
                  <a:srgbClr val="555555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Bilinear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8071082" y="3209544"/>
            <a:ext cx="894588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AAAAA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166847" y="3300984"/>
            <a:ext cx="704357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/>
            <a:r>
              <a:rPr lang="en-US" sz="1200" dirty="0">
                <a:solidFill>
                  <a:srgbClr val="555555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Cross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200" dirty="0">
                <a:solidFill>
                  <a:srgbClr val="555555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Residual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1401051" y="2871216"/>
            <a:ext cx="1723149" cy="9326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rPr lang="en-US" sz="1200" b="1" i="1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(d) Fusion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 i="1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Module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2690579" y="4050792"/>
            <a:ext cx="2947057" cy="548640"/>
          </a:xfrm>
          <a:prstGeom prst="roundRect">
            <a:avLst>
              <a:gd name="adj" fmla="val 8333"/>
            </a:avLst>
          </a:prstGeom>
          <a:solidFill>
            <a:srgbClr val="EBF7EE"/>
          </a:solidFill>
          <a:ln w="15240">
            <a:solidFill>
              <a:srgbClr val="37562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84220" y="4032504"/>
            <a:ext cx="2377440" cy="23774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/>
            <a:r>
              <a:rPr lang="en-US" sz="1000" b="1" dirty="0">
                <a:solidFill>
                  <a:srgbClr val="375623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Classifier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3284220" y="4197096"/>
            <a:ext cx="2377440" cy="40986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/>
            <a:r>
              <a:rPr lang="en-US" sz="1100" dirty="0">
                <a:solidFill>
                  <a:srgbClr val="555555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Dropout → FC Layer (256→2)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100" dirty="0">
                <a:solidFill>
                  <a:srgbClr val="555555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Softmax → Class Logits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5821680" y="4056529"/>
            <a:ext cx="3625946" cy="548640"/>
          </a:xfrm>
          <a:prstGeom prst="roundRect">
            <a:avLst>
              <a:gd name="adj" fmla="val 8333"/>
            </a:avLst>
          </a:prstGeom>
          <a:solidFill>
            <a:srgbClr val="F4F4F4"/>
          </a:solidFill>
          <a:ln w="15240">
            <a:solidFill>
              <a:srgbClr val="59595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879816" y="4028739"/>
            <a:ext cx="3081528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/>
            <a:r>
              <a:rPr lang="en-US" sz="1000" b="1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Training Configuration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5797655" y="4257697"/>
            <a:ext cx="3625946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/>
            <a:r>
              <a:rPr lang="en-US" sz="900" dirty="0">
                <a:solidFill>
                  <a:srgbClr val="555555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Loss: CrossEntropyLoss  ·  Optimizer: AdamW  ·  Dropout  ·  Gradient Clipping  ·  Early Stopping 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1428709" y="3877056"/>
            <a:ext cx="1695491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rPr lang="en-US" sz="1200" b="1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(e) Training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2690579" y="4818888"/>
            <a:ext cx="6757048" cy="475488"/>
          </a:xfrm>
          <a:prstGeom prst="roundRect">
            <a:avLst>
              <a:gd name="adj" fmla="val 8621"/>
            </a:avLst>
          </a:prstGeom>
          <a:solidFill>
            <a:srgbClr val="F4F4F4"/>
          </a:solidFill>
          <a:ln w="15240">
            <a:solidFill>
              <a:srgbClr val="59595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236214" y="4829466"/>
            <a:ext cx="5623560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/>
            <a:r>
              <a:rPr lang="en-US" sz="1000" b="1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Evaluation Metrics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3284220" y="5047488"/>
            <a:ext cx="5623560" cy="1920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/>
            <a:r>
              <a:rPr lang="en-US" sz="1000" dirty="0">
                <a:solidFill>
                  <a:srgbClr val="555555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Accuracy  ·  Precision  ·  Recall  ·  F1 Score  ·  ROC-AUC  ·  Confusion Matrix  ·  ROC Curve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1449607" y="4498848"/>
            <a:ext cx="1674593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rPr lang="en-US" sz="1200" b="1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(f) Evaluation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2708867" y="5532120"/>
            <a:ext cx="6757048" cy="713232"/>
          </a:xfrm>
          <a:prstGeom prst="roundRect">
            <a:avLst>
              <a:gd name="adj" fmla="val 6410"/>
            </a:avLst>
          </a:prstGeom>
          <a:solidFill>
            <a:srgbClr val="EBF7EE"/>
          </a:solidFill>
          <a:ln w="15240">
            <a:solidFill>
              <a:srgbClr val="375623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284220" y="5506302"/>
            <a:ext cx="5623560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/>
            <a:r>
              <a:rPr lang="en-US" sz="1100" b="1" dirty="0">
                <a:solidFill>
                  <a:srgbClr val="375623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Results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3312862" y="5780622"/>
            <a:ext cx="1348740" cy="420624"/>
          </a:xfrm>
          <a:prstGeom prst="rect">
            <a:avLst/>
          </a:prstGeom>
          <a:solidFill>
            <a:srgbClr val="D9ECD0"/>
          </a:solidFill>
          <a:ln w="15240">
            <a:solidFill>
              <a:srgbClr val="375623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278841" y="5879592"/>
            <a:ext cx="134874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/>
            <a:r>
              <a:rPr lang="en-US" sz="1000" b="1" dirty="0">
                <a:solidFill>
                  <a:srgbClr val="375623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DistilBERT+BiGRU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000" b="1" dirty="0">
                <a:solidFill>
                  <a:srgbClr val="375623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F1: 98.78% ★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Shape 77"/>
          <p:cNvSpPr/>
          <p:nvPr/>
        </p:nvSpPr>
        <p:spPr>
          <a:xfrm>
            <a:off x="4699254" y="5787614"/>
            <a:ext cx="1348740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BBBBB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761155" y="5829748"/>
            <a:ext cx="134874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/>
            <a:r>
              <a:rPr lang="en-US" sz="1000" dirty="0">
                <a:solidFill>
                  <a:srgbClr val="555555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BERT+BiGRU+Attn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000" dirty="0">
                <a:solidFill>
                  <a:srgbClr val="555555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F1: 98.43%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Shape 79"/>
          <p:cNvSpPr/>
          <p:nvPr/>
        </p:nvSpPr>
        <p:spPr>
          <a:xfrm>
            <a:off x="6127242" y="5769864"/>
            <a:ext cx="1348740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BBBBB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101222" y="5815584"/>
            <a:ext cx="134874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/>
            <a:r>
              <a:rPr lang="en-US" sz="1000" dirty="0">
                <a:solidFill>
                  <a:srgbClr val="555555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RoBERTa+BiGRU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000" dirty="0">
                <a:solidFill>
                  <a:srgbClr val="555555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F1: 98.26%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Shape 81"/>
          <p:cNvSpPr/>
          <p:nvPr/>
        </p:nvSpPr>
        <p:spPr>
          <a:xfrm>
            <a:off x="7522464" y="5780622"/>
            <a:ext cx="1348740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BBBBB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449962" y="5780622"/>
            <a:ext cx="134874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/>
            <a:r>
              <a:rPr lang="en-US" sz="1000" dirty="0">
                <a:solidFill>
                  <a:srgbClr val="555555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Multimodal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000" dirty="0">
                <a:solidFill>
                  <a:srgbClr val="555555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(Concat+Attn): 95.65%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Text 83"/>
          <p:cNvSpPr/>
          <p:nvPr/>
        </p:nvSpPr>
        <p:spPr>
          <a:xfrm>
            <a:off x="1449607" y="5102352"/>
            <a:ext cx="1674593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rPr lang="en-US" sz="1200" b="1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(g) Results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2708866" y="6455664"/>
            <a:ext cx="6757048" cy="320040"/>
          </a:xfrm>
          <a:prstGeom prst="roundRect">
            <a:avLst>
              <a:gd name="adj" fmla="val 9615"/>
            </a:avLst>
          </a:prstGeom>
          <a:solidFill>
            <a:srgbClr val="EBF3FB"/>
          </a:solidFill>
          <a:ln w="15240">
            <a:solidFill>
              <a:srgbClr val="2E75B6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238500" y="6455663"/>
            <a:ext cx="5623560" cy="365759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/>
            <a:r>
              <a:rPr lang="en-US" sz="1000" b="1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Output: </a:t>
            </a:r>
            <a:r>
              <a:rPr lang="en-US" sz="10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Depression (1)  /  Non-Depression (0)   —   Best Overall: </a:t>
            </a:r>
            <a:r>
              <a:rPr lang="en-US" sz="1000" b="1" dirty="0">
                <a:solidFill>
                  <a:srgbClr val="2E75B6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DistilBERT + BiGRU  (F1: 98.78%)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Text 88"/>
          <p:cNvSpPr/>
          <p:nvPr/>
        </p:nvSpPr>
        <p:spPr>
          <a:xfrm>
            <a:off x="1449607" y="5879592"/>
            <a:ext cx="1674593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rPr lang="en-US" sz="1200" b="1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(h) Output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488448F1-A86B-3120-DC00-D5CB137E4E9D}"/>
              </a:ext>
            </a:extLst>
          </p:cNvPr>
          <p:cNvCxnSpPr>
            <a:cxnSpLocks/>
            <a:stCxn id="5" idx="2"/>
            <a:endCxn id="14" idx="0"/>
          </p:cNvCxnSpPr>
          <p:nvPr/>
        </p:nvCxnSpPr>
        <p:spPr>
          <a:xfrm>
            <a:off x="4564380" y="833536"/>
            <a:ext cx="0" cy="13572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C70C14D9-51C8-9E44-A051-52298D0360ED}"/>
              </a:ext>
            </a:extLst>
          </p:cNvPr>
          <p:cNvCxnSpPr>
            <a:cxnSpLocks/>
            <a:stCxn id="7" idx="2"/>
            <a:endCxn id="16" idx="0"/>
          </p:cNvCxnSpPr>
          <p:nvPr/>
        </p:nvCxnSpPr>
        <p:spPr>
          <a:xfrm>
            <a:off x="8438754" y="796962"/>
            <a:ext cx="3" cy="1723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0A50D0EC-4295-E619-C4A5-6C34C0DFED59}"/>
              </a:ext>
            </a:extLst>
          </p:cNvPr>
          <p:cNvCxnSpPr>
            <a:cxnSpLocks/>
            <a:stCxn id="16" idx="2"/>
            <a:endCxn id="34" idx="0"/>
          </p:cNvCxnSpPr>
          <p:nvPr/>
        </p:nvCxnSpPr>
        <p:spPr>
          <a:xfrm>
            <a:off x="8438757" y="1627632"/>
            <a:ext cx="3441" cy="2194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C283270D-4670-F885-34FE-9DC01FD1F510}"/>
              </a:ext>
            </a:extLst>
          </p:cNvPr>
          <p:cNvCxnSpPr>
            <a:stCxn id="33" idx="2"/>
          </p:cNvCxnSpPr>
          <p:nvPr/>
        </p:nvCxnSpPr>
        <p:spPr>
          <a:xfrm flipH="1">
            <a:off x="8442197" y="2696764"/>
            <a:ext cx="7594" cy="2438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E011E94E-149D-E3FB-31EA-BC3C93DCA7B0}"/>
              </a:ext>
            </a:extLst>
          </p:cNvPr>
          <p:cNvCxnSpPr>
            <a:stCxn id="30" idx="2"/>
          </p:cNvCxnSpPr>
          <p:nvPr/>
        </p:nvCxnSpPr>
        <p:spPr>
          <a:xfrm>
            <a:off x="6450970" y="2696764"/>
            <a:ext cx="3619" cy="2438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054B52D7-20CA-57F2-03E0-570139A9B864}"/>
              </a:ext>
            </a:extLst>
          </p:cNvPr>
          <p:cNvCxnSpPr>
            <a:stCxn id="29" idx="2"/>
          </p:cNvCxnSpPr>
          <p:nvPr/>
        </p:nvCxnSpPr>
        <p:spPr>
          <a:xfrm flipH="1">
            <a:off x="4895089" y="2651760"/>
            <a:ext cx="1367" cy="2888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422EAA05-3B83-FFF8-1691-B3A63C446C9A}"/>
              </a:ext>
            </a:extLst>
          </p:cNvPr>
          <p:cNvCxnSpPr>
            <a:stCxn id="24" idx="2"/>
          </p:cNvCxnSpPr>
          <p:nvPr/>
        </p:nvCxnSpPr>
        <p:spPr>
          <a:xfrm flipH="1">
            <a:off x="3388659" y="2670048"/>
            <a:ext cx="12081" cy="2705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986A1687-2AA0-661E-6E80-C1C83DBD0C0E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4564380" y="1545336"/>
            <a:ext cx="17348" cy="1828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D39BC235-1C02-3A12-8F2B-4F74CC6DD835}"/>
              </a:ext>
            </a:extLst>
          </p:cNvPr>
          <p:cNvCxnSpPr/>
          <p:nvPr/>
        </p:nvCxnSpPr>
        <p:spPr>
          <a:xfrm>
            <a:off x="3169920" y="1545336"/>
            <a:ext cx="0" cy="1828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AE7B9376-047D-2621-7F7A-CB5C371903AA}"/>
              </a:ext>
            </a:extLst>
          </p:cNvPr>
          <p:cNvCxnSpPr/>
          <p:nvPr/>
        </p:nvCxnSpPr>
        <p:spPr>
          <a:xfrm>
            <a:off x="6172178" y="1545337"/>
            <a:ext cx="0" cy="2186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492F7FC1-E8C9-369A-3497-DDCA2AEFB3AD}"/>
              </a:ext>
            </a:extLst>
          </p:cNvPr>
          <p:cNvCxnSpPr>
            <a:cxnSpLocks/>
          </p:cNvCxnSpPr>
          <p:nvPr/>
        </p:nvCxnSpPr>
        <p:spPr>
          <a:xfrm>
            <a:off x="4023262" y="3837703"/>
            <a:ext cx="0" cy="2188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049876FE-54AD-592A-68E6-69B4018E62B5}"/>
              </a:ext>
            </a:extLst>
          </p:cNvPr>
          <p:cNvCxnSpPr/>
          <p:nvPr/>
        </p:nvCxnSpPr>
        <p:spPr>
          <a:xfrm>
            <a:off x="6266688" y="5294376"/>
            <a:ext cx="0" cy="2377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EC404DC1-A830-11B6-C780-510EA9C6D9E2}"/>
              </a:ext>
            </a:extLst>
          </p:cNvPr>
          <p:cNvCxnSpPr/>
          <p:nvPr/>
        </p:nvCxnSpPr>
        <p:spPr>
          <a:xfrm>
            <a:off x="6266688" y="6250372"/>
            <a:ext cx="0" cy="2052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AC625FE7-2FA2-317B-9879-1AA51B8A5F80}"/>
              </a:ext>
            </a:extLst>
          </p:cNvPr>
          <p:cNvCxnSpPr>
            <a:stCxn id="60" idx="3"/>
            <a:endCxn id="63" idx="1"/>
          </p:cNvCxnSpPr>
          <p:nvPr/>
        </p:nvCxnSpPr>
        <p:spPr>
          <a:xfrm>
            <a:off x="5637636" y="4325113"/>
            <a:ext cx="184045" cy="573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0F37D459-B3C8-730C-A7D1-529C15E5AB0A}"/>
              </a:ext>
            </a:extLst>
          </p:cNvPr>
          <p:cNvCxnSpPr/>
          <p:nvPr/>
        </p:nvCxnSpPr>
        <p:spPr>
          <a:xfrm>
            <a:off x="7315200" y="4606962"/>
            <a:ext cx="0" cy="2119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BF772-958D-E812-6D50-DDA7FFBB0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226142"/>
            <a:ext cx="10476271" cy="89473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28256EC-F1E7-1A61-307E-4C3BA1082D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6661556"/>
              </p:ext>
            </p:extLst>
          </p:nvPr>
        </p:nvGraphicFramePr>
        <p:xfrm>
          <a:off x="648929" y="1759974"/>
          <a:ext cx="10476272" cy="4021393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3159402">
                  <a:extLst>
                    <a:ext uri="{9D8B030D-6E8A-4147-A177-3AD203B41FA5}">
                      <a16:colId xmlns:a16="http://schemas.microsoft.com/office/drawing/2014/main" val="3996203749"/>
                    </a:ext>
                  </a:extLst>
                </a:gridCol>
                <a:gridCol w="3658435">
                  <a:extLst>
                    <a:ext uri="{9D8B030D-6E8A-4147-A177-3AD203B41FA5}">
                      <a16:colId xmlns:a16="http://schemas.microsoft.com/office/drawing/2014/main" val="3165752536"/>
                    </a:ext>
                  </a:extLst>
                </a:gridCol>
                <a:gridCol w="3658435">
                  <a:extLst>
                    <a:ext uri="{9D8B030D-6E8A-4147-A177-3AD203B41FA5}">
                      <a16:colId xmlns:a16="http://schemas.microsoft.com/office/drawing/2014/main" val="1266928999"/>
                    </a:ext>
                  </a:extLst>
                </a:gridCol>
              </a:tblGrid>
              <a:tr h="438446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Atrribute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 Details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 Details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1053297"/>
                  </a:ext>
                </a:extLst>
              </a:tr>
              <a:tr h="43844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File Name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Depression_dataset_reddit_cleaned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Roboflow_depression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8759623"/>
                  </a:ext>
                </a:extLst>
              </a:tr>
              <a:tr h="75677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Records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7731, After removing duplicates 7,650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9883918"/>
                  </a:ext>
                </a:extLst>
              </a:tr>
              <a:tr h="75677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Label Type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Binary-0(Non-Depression),1(Depression)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Binary-0(Non-Depression),1(Depression)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7072146"/>
                  </a:ext>
                </a:extLst>
              </a:tr>
              <a:tr h="4384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0(Non-Depression)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3900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314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3513430"/>
                  </a:ext>
                </a:extLst>
              </a:tr>
              <a:tr h="43574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1(Depression)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3831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248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3951902"/>
                  </a:ext>
                </a:extLst>
              </a:tr>
              <a:tr h="75677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Split(Train(50%),Val(15%),Test(15%)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5355,1147,1147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492,47,23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18866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6851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F9F36-51B7-9D83-EA66-E831F6630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083" y="147484"/>
            <a:ext cx="10717160" cy="609600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F5720B3-3D84-9735-668B-47256EB942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5877629"/>
              </p:ext>
            </p:extLst>
          </p:nvPr>
        </p:nvGraphicFramePr>
        <p:xfrm>
          <a:off x="757083" y="1071716"/>
          <a:ext cx="10717160" cy="5545388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2679290">
                  <a:extLst>
                    <a:ext uri="{9D8B030D-6E8A-4147-A177-3AD203B41FA5}">
                      <a16:colId xmlns:a16="http://schemas.microsoft.com/office/drawing/2014/main" val="4040310190"/>
                    </a:ext>
                  </a:extLst>
                </a:gridCol>
                <a:gridCol w="2679290">
                  <a:extLst>
                    <a:ext uri="{9D8B030D-6E8A-4147-A177-3AD203B41FA5}">
                      <a16:colId xmlns:a16="http://schemas.microsoft.com/office/drawing/2014/main" val="2391206893"/>
                    </a:ext>
                  </a:extLst>
                </a:gridCol>
                <a:gridCol w="2679290">
                  <a:extLst>
                    <a:ext uri="{9D8B030D-6E8A-4147-A177-3AD203B41FA5}">
                      <a16:colId xmlns:a16="http://schemas.microsoft.com/office/drawing/2014/main" val="3038668751"/>
                    </a:ext>
                  </a:extLst>
                </a:gridCol>
                <a:gridCol w="2679290">
                  <a:extLst>
                    <a:ext uri="{9D8B030D-6E8A-4147-A177-3AD203B41FA5}">
                      <a16:colId xmlns:a16="http://schemas.microsoft.com/office/drawing/2014/main" val="1047690091"/>
                    </a:ext>
                  </a:extLst>
                </a:gridCol>
              </a:tblGrid>
              <a:tr h="35776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Modality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Step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Before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After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3626150"/>
                  </a:ext>
                </a:extLst>
              </a:tr>
              <a:tr h="35776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Duplicate Removal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7731 rows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7650 rows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5332241"/>
                  </a:ext>
                </a:extLst>
              </a:tr>
              <a:tr h="35776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Null, Noise Removal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Empty,URLs,HTML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Clean Text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4319863"/>
                  </a:ext>
                </a:extLst>
              </a:tr>
              <a:tr h="35776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Normalization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Mixed, Noisy Text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Standardized text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8329233"/>
                  </a:ext>
                </a:extLst>
              </a:tr>
              <a:tr h="62609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Stopwords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Lemmatization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Common and inflected words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Meaningful root words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8892437"/>
                  </a:ext>
                </a:extLst>
              </a:tr>
              <a:tr h="35776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Tokenization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Raw Sentences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Tensors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5058818"/>
                  </a:ext>
                </a:extLst>
              </a:tr>
              <a:tr h="35776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Resizing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Varied sizes(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100×100)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Uniform 224×224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1118614"/>
                  </a:ext>
                </a:extLst>
              </a:tr>
              <a:tr h="35776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Normalization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Skewed pixel values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Centered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values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6698034"/>
                  </a:ext>
                </a:extLst>
              </a:tr>
              <a:tr h="35776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Tensor conversion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PIL image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Tensor [3,224,224]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4356983"/>
                  </a:ext>
                </a:extLst>
              </a:tr>
              <a:tr h="35776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Augmentation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 orientation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Flip &amp; rotated images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4162065"/>
                  </a:ext>
                </a:extLst>
              </a:tr>
              <a:tr h="62609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Augmentation (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color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 lighting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Varied brightness &amp; contrast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5850906"/>
                  </a:ext>
                </a:extLst>
              </a:tr>
              <a:tr h="35776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Fusion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 encoding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Raw text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512-dim text vectors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8163769"/>
                  </a:ext>
                </a:extLst>
              </a:tr>
              <a:tr h="35776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Fusion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 encoding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Raw images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512-dim image vectors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7956669"/>
                  </a:ext>
                </a:extLst>
              </a:tr>
              <a:tr h="35776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Fusion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Pairing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Separate datasets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Paired image–text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3711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7402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4D5D9-C954-5362-297E-AABE1350B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433" y="157317"/>
            <a:ext cx="11316928" cy="639098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EDA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515EBC-2286-2E4E-D34F-7314F947FD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9433" y="924232"/>
            <a:ext cx="5205295" cy="639098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DISTRIBUTION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229DB7-B4D7-D8D4-4D0B-AA0B1304FB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433" y="1789471"/>
            <a:ext cx="4824859" cy="4689987"/>
          </a:xfrm>
        </p:spPr>
        <p:txBody>
          <a:bodyPr>
            <a:no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well balanced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Class 0 and Class 1.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classes have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almost equal counts (~3.8k each)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So the model won’t be biased toward one class.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C1B6B1-DF5F-C11C-FFCE-346320548D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73368" y="1002891"/>
            <a:ext cx="5327018" cy="560439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 CONT REDUCTION, TOP WORDS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BDED76-2CE4-F071-A632-07B26EC807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633884" y="1789471"/>
            <a:ext cx="6558115" cy="4911212"/>
          </a:xfrm>
        </p:spPr>
        <p:txBody>
          <a:bodyPr>
            <a:norm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texts become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shorter after preprocessing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 noise becomes more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and suitable for modelling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Frequent words like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“feel”, “depression”, “life”, “help” show depressive context.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ED4D1F-872B-1729-EDD6-FD98BFDC0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432" y="1769806"/>
            <a:ext cx="4680155" cy="29496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92B68EF-57AE-C956-21BE-C61BB1D5A7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3886" y="1769806"/>
            <a:ext cx="3392128" cy="29496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C9452A3-0F18-ECAB-F7EE-FA001E1D45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4439" y="1769806"/>
            <a:ext cx="2870248" cy="29496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801213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75D85-EB60-3B03-5A17-87B61D075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311" y="117987"/>
            <a:ext cx="11720050" cy="766916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EDA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A4E45B-B846-EFB8-6187-77DD4079DE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682" y="884903"/>
            <a:ext cx="6369288" cy="688259"/>
          </a:xfrm>
        </p:spPr>
        <p:txBody>
          <a:bodyPr>
            <a:normAutofit fontScale="92500"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IMAGES AND AFTER AUGMENTATION 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7BF87D-2D2D-2D8B-C315-3F0A8EC94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55640" y="1671484"/>
            <a:ext cx="6381134" cy="4950542"/>
          </a:xfrm>
        </p:spPr>
        <p:txBody>
          <a:bodyPr>
            <a:normAutofit lnSpcReduction="10000"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shows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visual differences between classes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Class 1 images displaying more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sad, stressed, or low expressions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Preprocessing Images become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uniform (same size, normalized)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easier for the model to learn from.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D085B5-3F4D-8ECD-DEEE-8776B9EAE7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77781" y="1022556"/>
            <a:ext cx="5358580" cy="442450"/>
          </a:xfrm>
        </p:spPr>
        <p:txBody>
          <a:bodyPr>
            <a:normAutofit fontScale="92500"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AND AFTER PIXEL DISTRIBUTION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2DC1F8-5AA5-1C58-1C94-F9CCBD4F7E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26606" y="1671484"/>
            <a:ext cx="5409754" cy="4950542"/>
          </a:xfrm>
        </p:spPr>
        <p:txBody>
          <a:bodyPr>
            <a:normAutofit lnSpcReduction="10000"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 values change from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skewed/uneven distribution to a centered, normalized distribution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improving model learning and stability.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58B20D-F7D8-C38A-8E59-A278A57CC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82" y="1595144"/>
            <a:ext cx="3018502" cy="32006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21E4697-3B30-B4FD-FB89-64AB6AC05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820" y="1595143"/>
            <a:ext cx="3215150" cy="32006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82685C7-11CF-EA39-52DD-C236565FCF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9468" y="1897625"/>
            <a:ext cx="2698067" cy="25957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E8473A2-1E68-0DAA-E021-77A8635D55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7781" y="1897625"/>
            <a:ext cx="2615381" cy="25957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012714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5C723-FB18-BDAD-6DF8-E85B101A1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6" y="324466"/>
            <a:ext cx="11493907" cy="943896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F39F6D6-A649-26F3-A9A4-328057BB98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5255762"/>
              </p:ext>
            </p:extLst>
          </p:nvPr>
        </p:nvGraphicFramePr>
        <p:xfrm>
          <a:off x="373626" y="1825623"/>
          <a:ext cx="11493908" cy="459484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873477">
                  <a:extLst>
                    <a:ext uri="{9D8B030D-6E8A-4147-A177-3AD203B41FA5}">
                      <a16:colId xmlns:a16="http://schemas.microsoft.com/office/drawing/2014/main" val="2337045181"/>
                    </a:ext>
                  </a:extLst>
                </a:gridCol>
                <a:gridCol w="2873477">
                  <a:extLst>
                    <a:ext uri="{9D8B030D-6E8A-4147-A177-3AD203B41FA5}">
                      <a16:colId xmlns:a16="http://schemas.microsoft.com/office/drawing/2014/main" val="377040119"/>
                    </a:ext>
                  </a:extLst>
                </a:gridCol>
                <a:gridCol w="2873477">
                  <a:extLst>
                    <a:ext uri="{9D8B030D-6E8A-4147-A177-3AD203B41FA5}">
                      <a16:colId xmlns:a16="http://schemas.microsoft.com/office/drawing/2014/main" val="141721146"/>
                    </a:ext>
                  </a:extLst>
                </a:gridCol>
                <a:gridCol w="2873477">
                  <a:extLst>
                    <a:ext uri="{9D8B030D-6E8A-4147-A177-3AD203B41FA5}">
                      <a16:colId xmlns:a16="http://schemas.microsoft.com/office/drawing/2014/main" val="3680793162"/>
                    </a:ext>
                  </a:extLst>
                </a:gridCol>
              </a:tblGrid>
              <a:tr h="45252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Experiment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Expected Outcome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0665347"/>
                  </a:ext>
                </a:extLst>
              </a:tr>
              <a:tr h="149680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 Model Evaluation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Compare transformer models for textual feature extraction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 </a:t>
                      </a: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BERT, </a:t>
                      </a:r>
                      <a:r>
                        <a:rPr lang="en-US" sz="18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RoBERTa</a:t>
                      </a: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and </a:t>
                      </a:r>
                      <a:r>
                        <a:rPr lang="en-US" sz="18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DistilBERT</a:t>
                      </a: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with </a:t>
                      </a:r>
                      <a:r>
                        <a:rPr lang="en-US" sz="18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BiGRU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on Reddit text data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Identify the best model for detecting depression-related textual patterns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343791"/>
                  </a:ext>
                </a:extLst>
              </a:tr>
              <a:tr h="114871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 Model Evaluation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 visual features related to depression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</a:t>
                      </a: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ResNet18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extract image features from depression-related images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 how visual cues contribute to depression detection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2654656"/>
                  </a:ext>
                </a:extLst>
              </a:tr>
              <a:tr h="149680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Multimodal Feature Fusion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 detection using text + image features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 </a:t>
                      </a: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 features with image features  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using Add, </a:t>
                      </a:r>
                      <a:r>
                        <a:rPr lang="en-US" sz="18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Concat</a:t>
                      </a: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Attention, Bilinear, Cross-Residual, and </a:t>
                      </a:r>
                      <a:r>
                        <a:rPr lang="en-US" sz="18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Concat+Attention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Identify best fusion strategy and improve performance over single-modality models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97314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8760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BE0C5-385C-0274-49D6-C0ED338CA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81" y="117988"/>
            <a:ext cx="11661054" cy="648926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DATA MODELS PERFORMANCE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B6A2FB-CB51-B02B-FA7B-E81A3544B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4466" y="963562"/>
            <a:ext cx="5500262" cy="688258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F3B6F9-7F73-620F-40F9-4697D33BEA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4465" y="1740309"/>
            <a:ext cx="5653547" cy="4852219"/>
          </a:xfrm>
        </p:spPr>
        <p:txBody>
          <a:bodyPr>
            <a:normAutofit fontScale="92500" lnSpcReduction="10000"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models achieve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high and nearly identical performance (~98.5%)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strong text classification capability.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 +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/>
              <a:t>is the best model overall.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it achieves the highest TP (552) and lowest FN (12)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8CC435-EAD7-8AC1-EB21-331D87CA56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73368" y="1042219"/>
            <a:ext cx="5494166" cy="422787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ADFD24-954E-DBFD-7877-CDA1A5E3AA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73367" y="1366685"/>
            <a:ext cx="5494165" cy="5491316"/>
          </a:xfrm>
        </p:spPr>
        <p:txBody>
          <a:bodyPr>
            <a:no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lowest false positives (1)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best at avoiding incorrect depression predictions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precision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 +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lowest false negatives (12)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best at correctly identifying depression cases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recall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all models are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and consistent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 +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best model overall.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883C41A-E84E-8B68-1168-AE6F661DE4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5887421"/>
              </p:ext>
            </p:extLst>
          </p:nvPr>
        </p:nvGraphicFramePr>
        <p:xfrm>
          <a:off x="206480" y="1740311"/>
          <a:ext cx="5889520" cy="2387732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177904">
                  <a:extLst>
                    <a:ext uri="{9D8B030D-6E8A-4147-A177-3AD203B41FA5}">
                      <a16:colId xmlns:a16="http://schemas.microsoft.com/office/drawing/2014/main" val="688039546"/>
                    </a:ext>
                  </a:extLst>
                </a:gridCol>
                <a:gridCol w="1177904">
                  <a:extLst>
                    <a:ext uri="{9D8B030D-6E8A-4147-A177-3AD203B41FA5}">
                      <a16:colId xmlns:a16="http://schemas.microsoft.com/office/drawing/2014/main" val="714285068"/>
                    </a:ext>
                  </a:extLst>
                </a:gridCol>
                <a:gridCol w="1177904">
                  <a:extLst>
                    <a:ext uri="{9D8B030D-6E8A-4147-A177-3AD203B41FA5}">
                      <a16:colId xmlns:a16="http://schemas.microsoft.com/office/drawing/2014/main" val="126661040"/>
                    </a:ext>
                  </a:extLst>
                </a:gridCol>
                <a:gridCol w="1177904">
                  <a:extLst>
                    <a:ext uri="{9D8B030D-6E8A-4147-A177-3AD203B41FA5}">
                      <a16:colId xmlns:a16="http://schemas.microsoft.com/office/drawing/2014/main" val="3042442317"/>
                    </a:ext>
                  </a:extLst>
                </a:gridCol>
                <a:gridCol w="1177904">
                  <a:extLst>
                    <a:ext uri="{9D8B030D-6E8A-4147-A177-3AD203B41FA5}">
                      <a16:colId xmlns:a16="http://schemas.microsoft.com/office/drawing/2014/main" val="1471331659"/>
                    </a:ext>
                  </a:extLst>
                </a:gridCol>
              </a:tblGrid>
              <a:tr h="46749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1228789"/>
                  </a:ext>
                </a:extLst>
              </a:tr>
              <a:tr h="6307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DistilBert</a:t>
                      </a:r>
                      <a:r>
                        <a:rPr lang="en-I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</a:t>
                      </a:r>
                      <a:r>
                        <a:rPr lang="en-IN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BiGRU</a:t>
                      </a:r>
                      <a:endParaRPr lang="en-IN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0.9852</a:t>
                      </a:r>
                      <a:endParaRPr lang="en-IN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0.9855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0.9852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0.9852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0561356"/>
                  </a:ext>
                </a:extLst>
              </a:tr>
              <a:tr h="6307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RoBERTa</a:t>
                      </a:r>
                      <a:r>
                        <a:rPr lang="en-I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</a:t>
                      </a:r>
                      <a:r>
                        <a:rPr lang="en-IN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BiGRU</a:t>
                      </a:r>
                      <a:endParaRPr lang="en-IN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0.9843</a:t>
                      </a:r>
                      <a:endParaRPr lang="en-IN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0.9845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0.9843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0.9843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4640394"/>
                  </a:ext>
                </a:extLst>
              </a:tr>
              <a:tr h="6307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BERT + </a:t>
                      </a:r>
                      <a:r>
                        <a:rPr lang="en-IN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BiGRU</a:t>
                      </a:r>
                      <a:endParaRPr lang="en-IN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0.9852</a:t>
                      </a:r>
                      <a:endParaRPr lang="en-IN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0.9853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0.9852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0.9852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054388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7BAB94E-6FB5-80EB-5D28-BDE6DCB81F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4849109"/>
              </p:ext>
            </p:extLst>
          </p:nvPr>
        </p:nvGraphicFramePr>
        <p:xfrm>
          <a:off x="6367274" y="1740311"/>
          <a:ext cx="5539590" cy="2487727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107918">
                  <a:extLst>
                    <a:ext uri="{9D8B030D-6E8A-4147-A177-3AD203B41FA5}">
                      <a16:colId xmlns:a16="http://schemas.microsoft.com/office/drawing/2014/main" val="940072019"/>
                    </a:ext>
                  </a:extLst>
                </a:gridCol>
                <a:gridCol w="1107918">
                  <a:extLst>
                    <a:ext uri="{9D8B030D-6E8A-4147-A177-3AD203B41FA5}">
                      <a16:colId xmlns:a16="http://schemas.microsoft.com/office/drawing/2014/main" val="2398993596"/>
                    </a:ext>
                  </a:extLst>
                </a:gridCol>
                <a:gridCol w="1107918">
                  <a:extLst>
                    <a:ext uri="{9D8B030D-6E8A-4147-A177-3AD203B41FA5}">
                      <a16:colId xmlns:a16="http://schemas.microsoft.com/office/drawing/2014/main" val="248260198"/>
                    </a:ext>
                  </a:extLst>
                </a:gridCol>
                <a:gridCol w="1107918">
                  <a:extLst>
                    <a:ext uri="{9D8B030D-6E8A-4147-A177-3AD203B41FA5}">
                      <a16:colId xmlns:a16="http://schemas.microsoft.com/office/drawing/2014/main" val="2233870253"/>
                    </a:ext>
                  </a:extLst>
                </a:gridCol>
                <a:gridCol w="1107918">
                  <a:extLst>
                    <a:ext uri="{9D8B030D-6E8A-4147-A177-3AD203B41FA5}">
                      <a16:colId xmlns:a16="http://schemas.microsoft.com/office/drawing/2014/main" val="2313290110"/>
                    </a:ext>
                  </a:extLst>
                </a:gridCol>
              </a:tblGrid>
              <a:tr h="56748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FP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TP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2207253"/>
                  </a:ext>
                </a:extLst>
              </a:tr>
              <a:tr h="6067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DistilBert</a:t>
                      </a:r>
                      <a:r>
                        <a:rPr lang="en-I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</a:t>
                      </a:r>
                      <a:r>
                        <a:rPr lang="en-IN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BiGRU</a:t>
                      </a:r>
                      <a:endParaRPr lang="en-IN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583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548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859650"/>
                  </a:ext>
                </a:extLst>
              </a:tr>
              <a:tr h="6067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BERT + </a:t>
                      </a:r>
                      <a:r>
                        <a:rPr lang="en-IN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BiGRU</a:t>
                      </a:r>
                      <a:endParaRPr lang="en-IN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579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4253545"/>
                  </a:ext>
                </a:extLst>
              </a:tr>
              <a:tr h="6067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RoBERTa</a:t>
                      </a:r>
                      <a:r>
                        <a:rPr lang="en-I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</a:t>
                      </a:r>
                      <a:r>
                        <a:rPr lang="en-IN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BiGRU</a:t>
                      </a:r>
                      <a:endParaRPr lang="en-IN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580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550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05953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11184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73C0F-C89B-C797-7BDB-2BFFC10F1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639" y="109412"/>
            <a:ext cx="11651225" cy="69683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DATA MODEL PERFORMANCE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E588DC-1565-CB3A-955B-5D03C0FBC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290" y="1029520"/>
            <a:ext cx="5431438" cy="563305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ResNet18 MODEL EVALUATION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0AAA8D-EEBA-3B18-2950-B133EEB6F2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55639" y="1671484"/>
            <a:ext cx="5643715" cy="4866968"/>
          </a:xfrm>
        </p:spPr>
        <p:txBody>
          <a:bodyPr>
            <a:normAutofit lnSpcReduction="10000"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shows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overall performance (Accuracy: ~86.96%)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a small dataset.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performs better 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Non-Depression (higher precision: 0.91)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but slightly lower recall, meaning some cases are missed.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Depression class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recall is higher (0.90). → The model is good at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detecting depression cases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precision is lower, leading to some false positives.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050927-E88C-8033-B9C8-59D803EE9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98593" y="1029520"/>
            <a:ext cx="5425342" cy="563305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DD7875-4A61-B21D-0538-B989D0B757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3819" y="1671484"/>
            <a:ext cx="5574891" cy="4866968"/>
          </a:xfrm>
        </p:spPr>
        <p:txBody>
          <a:bodyPr>
            <a:normAutofit lnSpcReduction="10000"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achieves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 (20/23 correct predictions)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strong overall performance.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correctly identifies most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Non-Depression cases (11/13)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Depression cases (9/10)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false negatives (1) → good detection; slightly higher false positives (2) → minor misclassification.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2D30072-14A8-1D20-14C4-5A130D1667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481406"/>
              </p:ext>
            </p:extLst>
          </p:nvPr>
        </p:nvGraphicFramePr>
        <p:xfrm>
          <a:off x="255639" y="1968065"/>
          <a:ext cx="5458544" cy="192024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193636">
                  <a:extLst>
                    <a:ext uri="{9D8B030D-6E8A-4147-A177-3AD203B41FA5}">
                      <a16:colId xmlns:a16="http://schemas.microsoft.com/office/drawing/2014/main" val="2857052681"/>
                    </a:ext>
                  </a:extLst>
                </a:gridCol>
                <a:gridCol w="1193636">
                  <a:extLst>
                    <a:ext uri="{9D8B030D-6E8A-4147-A177-3AD203B41FA5}">
                      <a16:colId xmlns:a16="http://schemas.microsoft.com/office/drawing/2014/main" val="2967984224"/>
                    </a:ext>
                  </a:extLst>
                </a:gridCol>
                <a:gridCol w="1193636">
                  <a:extLst>
                    <a:ext uri="{9D8B030D-6E8A-4147-A177-3AD203B41FA5}">
                      <a16:colId xmlns:a16="http://schemas.microsoft.com/office/drawing/2014/main" val="1087232401"/>
                    </a:ext>
                  </a:extLst>
                </a:gridCol>
                <a:gridCol w="1193636">
                  <a:extLst>
                    <a:ext uri="{9D8B030D-6E8A-4147-A177-3AD203B41FA5}">
                      <a16:colId xmlns:a16="http://schemas.microsoft.com/office/drawing/2014/main" val="635451678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4091465959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ResNet18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8406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Non-Depression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0.88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6299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Depression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0.90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91670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FA79495-DED0-50D5-6E81-8C24FE3F09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668639"/>
              </p:ext>
            </p:extLst>
          </p:nvPr>
        </p:nvGraphicFramePr>
        <p:xfrm>
          <a:off x="6223819" y="1968064"/>
          <a:ext cx="5643714" cy="208026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881238">
                  <a:extLst>
                    <a:ext uri="{9D8B030D-6E8A-4147-A177-3AD203B41FA5}">
                      <a16:colId xmlns:a16="http://schemas.microsoft.com/office/drawing/2014/main" val="3704321629"/>
                    </a:ext>
                  </a:extLst>
                </a:gridCol>
                <a:gridCol w="1881238">
                  <a:extLst>
                    <a:ext uri="{9D8B030D-6E8A-4147-A177-3AD203B41FA5}">
                      <a16:colId xmlns:a16="http://schemas.microsoft.com/office/drawing/2014/main" val="2304101902"/>
                    </a:ext>
                  </a:extLst>
                </a:gridCol>
                <a:gridCol w="1881238">
                  <a:extLst>
                    <a:ext uri="{9D8B030D-6E8A-4147-A177-3AD203B41FA5}">
                      <a16:colId xmlns:a16="http://schemas.microsoft.com/office/drawing/2014/main" val="3775428694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Predicted: Non-Depression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Predicted: Depression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1426777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Actual: Non-Depression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743963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Actual: Non-Depression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91715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53664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FC4FF-AEB7-F10F-5457-185132645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897" y="255640"/>
            <a:ext cx="10181303" cy="776747"/>
          </a:xfrm>
        </p:spPr>
        <p:txBody>
          <a:bodyPr>
            <a:noAutofit/>
          </a:bodyPr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FUSION RESULTS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EA6FE58-FCD6-D8D3-7737-A2C9A01A91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4252255"/>
              </p:ext>
            </p:extLst>
          </p:nvPr>
        </p:nvGraphicFramePr>
        <p:xfrm>
          <a:off x="1066800" y="1691148"/>
          <a:ext cx="10058400" cy="435437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748425924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26496019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412100797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13262723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3781855406"/>
                    </a:ext>
                  </a:extLst>
                </a:gridCol>
              </a:tblGrid>
              <a:tr h="40962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3735814"/>
                  </a:ext>
                </a:extLst>
              </a:tr>
              <a:tr h="7070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 + Image (</a:t>
                      </a:r>
                      <a:r>
                        <a:rPr lang="en-IN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concat_attention</a:t>
                      </a:r>
                      <a:r>
                        <a:rPr lang="en-I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</a:t>
                      </a:r>
                      <a:endParaRPr lang="en-IN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7886087"/>
                  </a:ext>
                </a:extLst>
              </a:tr>
              <a:tr h="707024"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Text + Image (bilinear)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1514948"/>
                  </a:ext>
                </a:extLst>
              </a:tr>
              <a:tr h="707024"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Text + Image (attention)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0.94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0854852"/>
                  </a:ext>
                </a:extLst>
              </a:tr>
              <a:tr h="409625"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Text + Image (add)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0.83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6365072"/>
                  </a:ext>
                </a:extLst>
              </a:tr>
              <a:tr h="707024"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Text + Image (</a:t>
                      </a:r>
                      <a:r>
                        <a:rPr lang="en-IN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concat</a:t>
                      </a: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0.83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2723976"/>
                  </a:ext>
                </a:extLst>
              </a:tr>
              <a:tr h="707024"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Text + Image (</a:t>
                      </a:r>
                      <a:r>
                        <a:rPr lang="en-IN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cross_residual</a:t>
                      </a: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0.83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57252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9311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A3E08-C184-FED9-4293-CEF246653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941" y="393291"/>
            <a:ext cx="11090787" cy="796412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 CURVE ANALYSIS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FA0DD-3707-9792-4C3A-BCC55A223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941" y="1602658"/>
            <a:ext cx="11090787" cy="4862052"/>
          </a:xfrm>
        </p:spPr>
        <p:txBody>
          <a:bodyPr>
            <a:norm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text models show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excellent performance (AUC ≈ 0.997–0.998)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slightly best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single model ROC (AUC ≈ 0.9769) still shows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classification ability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well above random.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fusion models,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Concat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Attention performs best (AUC ≈ 0.985)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outperforming other fusion methods.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4BC9E4-20D1-1ED4-8D41-F36F543D4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54" y="1671484"/>
            <a:ext cx="3637936" cy="27038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0D3CAB-D4FA-27EA-274D-4DCF9715D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259" y="1671484"/>
            <a:ext cx="3637936" cy="27038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050783-451B-BFDC-4BAE-05E31763BE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5738" y="1671484"/>
            <a:ext cx="3293808" cy="27038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558693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2DCA0-EB2B-2EA6-89F9-F35914FFF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806" y="147485"/>
            <a:ext cx="11720052" cy="757084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MODELS COMPARISON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0E5E65A-50EA-5479-6A49-E8960B30DE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8213450"/>
              </p:ext>
            </p:extLst>
          </p:nvPr>
        </p:nvGraphicFramePr>
        <p:xfrm>
          <a:off x="314632" y="1317522"/>
          <a:ext cx="11651226" cy="5184434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927834">
                  <a:extLst>
                    <a:ext uri="{9D8B030D-6E8A-4147-A177-3AD203B41FA5}">
                      <a16:colId xmlns:a16="http://schemas.microsoft.com/office/drawing/2014/main" val="3041010366"/>
                    </a:ext>
                  </a:extLst>
                </a:gridCol>
                <a:gridCol w="2430848">
                  <a:extLst>
                    <a:ext uri="{9D8B030D-6E8A-4147-A177-3AD203B41FA5}">
                      <a16:colId xmlns:a16="http://schemas.microsoft.com/office/drawing/2014/main" val="2912611857"/>
                    </a:ext>
                  </a:extLst>
                </a:gridCol>
                <a:gridCol w="2430848">
                  <a:extLst>
                    <a:ext uri="{9D8B030D-6E8A-4147-A177-3AD203B41FA5}">
                      <a16:colId xmlns:a16="http://schemas.microsoft.com/office/drawing/2014/main" val="2798621152"/>
                    </a:ext>
                  </a:extLst>
                </a:gridCol>
                <a:gridCol w="2430848">
                  <a:extLst>
                    <a:ext uri="{9D8B030D-6E8A-4147-A177-3AD203B41FA5}">
                      <a16:colId xmlns:a16="http://schemas.microsoft.com/office/drawing/2014/main" val="2043165"/>
                    </a:ext>
                  </a:extLst>
                </a:gridCol>
                <a:gridCol w="2430848">
                  <a:extLst>
                    <a:ext uri="{9D8B030D-6E8A-4147-A177-3AD203B41FA5}">
                      <a16:colId xmlns:a16="http://schemas.microsoft.com/office/drawing/2014/main" val="3223283696"/>
                    </a:ext>
                  </a:extLst>
                </a:gridCol>
              </a:tblGrid>
              <a:tr h="4175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NAME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FUSION TYPE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 SCORE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4924672"/>
                  </a:ext>
                </a:extLst>
              </a:tr>
              <a:tr h="40024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DistiliBert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</a:t>
                      </a: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BiGRU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 Only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0.9855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0.9851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0.9851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1446925"/>
                  </a:ext>
                </a:extLst>
              </a:tr>
              <a:tr h="320194">
                <a:tc>
                  <a:txBody>
                    <a:bodyPr/>
                    <a:lstStyle/>
                    <a:p>
                      <a:pPr algn="ctr"/>
                      <a:r>
                        <a:rPr lang="en-IN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BERT + </a:t>
                      </a:r>
                      <a:r>
                        <a:rPr lang="en-IN" sz="16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BiGRU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 Only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0.9852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0.9851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0.9851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8395734"/>
                  </a:ext>
                </a:extLst>
              </a:tr>
              <a:tr h="400243">
                <a:tc>
                  <a:txBody>
                    <a:bodyPr/>
                    <a:lstStyle/>
                    <a:p>
                      <a:pPr algn="ctr"/>
                      <a:r>
                        <a:rPr lang="en-IN" sz="16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RoBERTa</a:t>
                      </a:r>
                      <a:r>
                        <a:rPr lang="en-IN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+ </a:t>
                      </a:r>
                      <a:r>
                        <a:rPr lang="en-IN" sz="16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BiGRU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 Only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0.9844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0.9843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0.9844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2544501"/>
                  </a:ext>
                </a:extLst>
              </a:tr>
              <a:tr h="3201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 + Image (</a:t>
                      </a:r>
                      <a:r>
                        <a:rPr lang="en-IN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concat_attention</a:t>
                      </a: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Concat_attention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0.9604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0.9565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0.9566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6681275"/>
                  </a:ext>
                </a:extLst>
              </a:tr>
              <a:tr h="320194">
                <a:tc>
                  <a:txBody>
                    <a:bodyPr/>
                    <a:lstStyle/>
                    <a:p>
                      <a:pPr algn="ctr"/>
                      <a:r>
                        <a:rPr lang="en-IN" sz="16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ResNet</a:t>
                      </a:r>
                      <a:r>
                        <a:rPr lang="en-IN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Model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 Only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0.8738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0.8695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0.8700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9974081"/>
                  </a:ext>
                </a:extLst>
              </a:tr>
              <a:tr h="3602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 + Image (bilinear)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Bilinear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0.8738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0.8695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0.8700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4350338"/>
                  </a:ext>
                </a:extLst>
              </a:tr>
              <a:tr h="3602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 + Image (attention)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Attention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0.8709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0.8695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0.8685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943682"/>
                  </a:ext>
                </a:extLst>
              </a:tr>
              <a:tr h="4002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 + Image (add)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0.8399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0.8260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0.8267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6810995"/>
                  </a:ext>
                </a:extLst>
              </a:tr>
              <a:tr h="360219">
                <a:tc>
                  <a:txBody>
                    <a:bodyPr/>
                    <a:lstStyle/>
                    <a:p>
                      <a:pPr algn="ctr"/>
                      <a:r>
                        <a:rPr lang="en-IN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Text + Image (</a:t>
                      </a:r>
                      <a:r>
                        <a:rPr lang="en-IN" sz="16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concat</a:t>
                      </a:r>
                      <a:r>
                        <a:rPr lang="en-IN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Concat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0.8399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0.8260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0.8267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084026"/>
                  </a:ext>
                </a:extLst>
              </a:tr>
              <a:tr h="440535">
                <a:tc>
                  <a:txBody>
                    <a:bodyPr/>
                    <a:lstStyle/>
                    <a:p>
                      <a:pPr algn="ctr"/>
                      <a:r>
                        <a:rPr lang="en-IN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Text + Image (</a:t>
                      </a:r>
                      <a:r>
                        <a:rPr lang="en-IN" sz="16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cross_residual</a:t>
                      </a:r>
                      <a:r>
                        <a:rPr lang="en-IN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Cross_residual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0.8399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0.8260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0.8267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9745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18578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35A38-8A9B-AF92-6623-153CCD4C9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186813"/>
            <a:ext cx="11297265" cy="698090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46413-EF62-48A3-E836-253C6D033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619" y="1386348"/>
            <a:ext cx="11297265" cy="5024284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(text cleaning, image resizing, normalization, augmentation) improved data quality and consistency.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models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achieved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performance (~98.5%)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 +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BiGRU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the top performer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Image-only model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showed moderate performance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~87% accuracy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indicating limited effectiveness alone.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fusion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improved over image-only models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~95.6% best with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Concat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Attention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but still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did not surpass text-only models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Contribution-wise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Text ≈ 98.5% (dominant)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Fusion ≈ 95.6% (moderate gain)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Image ≈ 87% (least contribution)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53489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9C762-AFD7-9458-2690-1165C5F07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5471"/>
            <a:ext cx="10515600" cy="766917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03A8D-FD3C-E589-ABC8-BD552C51D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5392993"/>
          </a:xfrm>
        </p:spPr>
        <p:txBody>
          <a:bodyPr>
            <a:noAutofit/>
          </a:bodyPr>
          <a:lstStyle/>
          <a:p>
            <a:pPr marL="514350" indent="-514350">
              <a:lnSpc>
                <a:spcPct val="12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Mariia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Nykoniuk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Oleh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Basystiuk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Nataliya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Shakhovska,andNataliia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Melnykova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“Multimodal Data Fusion for Depression Detection,”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MDPI, vol. 13, no. 1, 2025.</a:t>
            </a:r>
          </a:p>
          <a:p>
            <a:pPr marL="514350" indent="-514350">
              <a:lnSpc>
                <a:spcPct val="12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H. Wang, Z. Zhang, Y. Li, et al.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“Harnessing Multimodal Approaches for Depression Detection Using Large Language Models and Facial Expressions,”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npj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Mental Health Research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Nature, 2024.</a:t>
            </a:r>
          </a:p>
          <a:p>
            <a:pPr marL="514350" indent="-514350">
              <a:lnSpc>
                <a:spcPct val="12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Zhenwei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Zhang,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Shengming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Zhang, Dong Ni,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Zhaoguo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Wei,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Kongjun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Yang, Shan Jin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“Multimodal Sensing for Depression Risk Detection,”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MDPI, vol. 24, 2024.</a:t>
            </a:r>
          </a:p>
          <a:p>
            <a:pPr marL="514350" indent="-514350">
              <a:lnSpc>
                <a:spcPct val="12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L. Zhang, S. Zhang, X. Zhang, and Y. Zhao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 Multimodal Artificial Intelligence Model for Depression Severity Detection Based on Audio and Video Signals,”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MDPI, 2025.</a:t>
            </a:r>
          </a:p>
          <a:p>
            <a:pPr marL="514350" indent="-514350">
              <a:lnSpc>
                <a:spcPct val="12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Y. Li, X. Yang, M. Zhao, J. Wang, Y. Yao, and W. Qian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“Predicting Depression by Using a Novel Deep Learning Model and Video-Audio-Text Multimodal Data,”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Frontiers in Psychiatry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</a:t>
            </a:r>
          </a:p>
        </p:txBody>
      </p:sp>
    </p:spTree>
    <p:extLst>
      <p:ext uri="{BB962C8B-B14F-4D97-AF65-F5344CB8AC3E}">
        <p14:creationId xmlns:p14="http://schemas.microsoft.com/office/powerpoint/2010/main" val="35867887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0694C-FFEC-9142-D4EB-39C7E7F00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1884"/>
            <a:ext cx="10515600" cy="4670322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1121261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1136</TotalTime>
  <Words>2312</Words>
  <Application>Microsoft Office PowerPoint</Application>
  <PresentationFormat>Widescreen</PresentationFormat>
  <Paragraphs>502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Gill Sans MT</vt:lpstr>
      <vt:lpstr>Times New Roman</vt:lpstr>
      <vt:lpstr>Wingdings</vt:lpstr>
      <vt:lpstr>Parcel</vt:lpstr>
      <vt:lpstr>Multimodal Deep Learning for Depression Detection Using Text and Image Data</vt:lpstr>
      <vt:lpstr>INTRODUCTION</vt:lpstr>
      <vt:lpstr>PROBLEM STATEMENT</vt:lpstr>
      <vt:lpstr>LITERATURE REVIEW</vt:lpstr>
      <vt:lpstr>LITERATURE REVIEW</vt:lpstr>
      <vt:lpstr>RESEARCH GAP</vt:lpstr>
      <vt:lpstr>OBJECTIVE</vt:lpstr>
      <vt:lpstr>PowerPoint Presentation</vt:lpstr>
      <vt:lpstr>DATASET OVERVIEW</vt:lpstr>
      <vt:lpstr>DATA PREPROCESSING</vt:lpstr>
      <vt:lpstr>TEXT EDA</vt:lpstr>
      <vt:lpstr>IMAGE EDA</vt:lpstr>
      <vt:lpstr>EXPERIMENTS</vt:lpstr>
      <vt:lpstr>TEXT DATA MODELS PERFORMANCE</vt:lpstr>
      <vt:lpstr>IMAGE DATA MODEL PERFORMANCE</vt:lpstr>
      <vt:lpstr>FUSION RESULTS</vt:lpstr>
      <vt:lpstr>ROC CURVE ANALYSIS</vt:lpstr>
      <vt:lpstr>OVERALL MODELS COMPARISON</vt:lpstr>
      <vt:lpstr>CONCLUSION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Susrita Panda</dc:creator>
  <cp:lastModifiedBy>Susrita Panda</cp:lastModifiedBy>
  <cp:revision>6</cp:revision>
  <dcterms:created xsi:type="dcterms:W3CDTF">2026-03-09T15:01:21Z</dcterms:created>
  <dcterms:modified xsi:type="dcterms:W3CDTF">2026-04-13T02:07:58Z</dcterms:modified>
</cp:coreProperties>
</file>